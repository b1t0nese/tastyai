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70" r:id="rId6"/>
    <p:sldId id="276" r:id="rId7"/>
    <p:sldId id="277" r:id="rId8"/>
    <p:sldId id="273" r:id="rId9"/>
    <p:sldId id="278" r:id="rId10"/>
    <p:sldId id="279" r:id="rId11"/>
    <p:sldId id="275" r:id="rId12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3F3F"/>
    <a:srgbClr val="F2F2F2"/>
    <a:srgbClr val="014067"/>
    <a:srgbClr val="014E7D"/>
    <a:srgbClr val="013657"/>
    <a:srgbClr val="01456F"/>
    <a:srgbClr val="014B79"/>
    <a:srgbClr val="0937C9"/>
    <a:srgbClr val="002774"/>
    <a:srgbClr val="929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53" autoAdjust="0"/>
    <p:restoredTop sz="95249" autoAdjust="0"/>
  </p:normalViewPr>
  <p:slideViewPr>
    <p:cSldViewPr snapToGrid="0" showGuides="1">
      <p:cViewPr varScale="1">
        <p:scale>
          <a:sx n="107" d="100"/>
          <a:sy n="107" d="100"/>
        </p:scale>
        <p:origin x="138" y="234"/>
      </p:cViewPr>
      <p:guideLst>
        <p:guide pos="3840"/>
        <p:guide pos="597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E8BEDA40-91A9-49DC-B402-0EBE674AA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8CBB508-5589-42E7-A433-D119AC0FFB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44019DA-0277-4D42-8F8F-25376A1D1F89}" type="datetime1">
              <a:rPr lang="ru-RU" smtClean="0"/>
              <a:t>14.05.2026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9232ABA-B33A-4B3B-8412-C1773FBF3D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id="{BAB1832E-3B48-42CB-80A7-CD8E48D52D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1072A3-100F-40A9-915F-8D2D9E6962D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35371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8DE31B-A03F-4E9D-89BE-E86BF93D05F0}" type="datetime1">
              <a:rPr lang="ru-RU" smtClean="0"/>
              <a:pPr/>
              <a:t>14.05.2026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9230CFA-805A-4FD3-B3A0-DAAA5993DA1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798927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8307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081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с изображ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ый треугольник 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73B47EE6-EDE6-4881-B456-B37D9C1A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prstGeom prst="rect">
            <a:avLst/>
          </a:pr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Щелкните значок, чтобы добавить фото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 title="Название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стиль образца заголовка</a:t>
            </a:r>
          </a:p>
        </p:txBody>
      </p:sp>
      <p:sp>
        <p:nvSpPr>
          <p:cNvPr id="3" name="Подзаголовок 2" title="Подзаголовок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24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dirty="0"/>
              <a:t>ЩЕЛКНИТЕ, ЧТОБЫ ИЗМЕНИТЬ ПОДЗАГОЛОВОК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045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537" userDrawn="1">
          <p15:clr>
            <a:srgbClr val="FBAE40"/>
          </p15:clr>
        </p15:guide>
        <p15:guide id="3" pos="138" userDrawn="1">
          <p15:clr>
            <a:srgbClr val="FBAE40"/>
          </p15:clr>
        </p15:guide>
        <p15:guide id="4" orient="horz" pos="4178" userDrawn="1">
          <p15:clr>
            <a:srgbClr val="FBAE40"/>
          </p15:clr>
        </p15:guide>
        <p15:guide id="5" orient="horz" pos="142" userDrawn="1">
          <p15:clr>
            <a:srgbClr val="FBAE40"/>
          </p15:clr>
        </p15:guide>
        <p15:guide id="6" pos="2457" userDrawn="1">
          <p15:clr>
            <a:srgbClr val="FBAE40"/>
          </p15:clr>
        </p15:guide>
        <p15:guide id="7" pos="4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 с изображ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ый треугольник 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7" name="Параллелограмм 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Заголовок 1" title="Название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ru-RU" noProof="0" dirty="0"/>
              <a:t>Щелкните, чтобы изменить стиль образца заголовка</a:t>
            </a:r>
          </a:p>
        </p:txBody>
      </p:sp>
      <p:sp>
        <p:nvSpPr>
          <p:cNvPr id="101" name="Текст 2" title="Подзаголовок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0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 dirty="0"/>
              <a:t>ИЗМЕНИТЬ ОБРАЗЕЦ ТЕКСТА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араллелограмм 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noProof="0" dirty="0"/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95572AA9-EFAE-4771-B1EE-47E361173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prstGeom prst="rect">
            <a:avLst/>
          </a:pr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Щелкните значок, чтобы добавить фото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араллелограмм 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23998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143" userDrawn="1">
          <p15:clr>
            <a:srgbClr val="FBAE40"/>
          </p15:clr>
        </p15:guide>
        <p15:guide id="4" orient="horz" pos="4170" userDrawn="1">
          <p15:clr>
            <a:srgbClr val="FBAE40"/>
          </p15:clr>
        </p15:guide>
        <p15:guide id="5" pos="7537" userDrawn="1">
          <p15:clr>
            <a:srgbClr val="FBAE40"/>
          </p15:clr>
        </p15:guide>
        <p15:guide id="6" orient="horz" pos="14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метка текста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 title="Пункты маркированного списка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96915"/>
            <a:ext cx="4942829" cy="2958275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24" name="Прямоугольный треугольник 23">
            <a:extLst>
              <a:ext uri="{FF2B5EF4-FFF2-40B4-BE49-F238E27FC236}">
                <a16:creationId xmlns:a16="http://schemas.microsoft.com/office/drawing/2014/main" id="{BD6ACE60-499D-41AB-89C4-D537D7C3D22A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FE1FADFB-0A3D-40F7-9B40-368DECD97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75400" y="0"/>
            <a:ext cx="58166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Щелкните значок, чтобы добавить фото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>
            <a:avLst/>
          </a:prstGeom>
          <a:ln>
            <a:solidFill>
              <a:srgbClr val="EAB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Текст 4" title="Подзаголовок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563477"/>
            <a:ext cx="7342631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ru-RU" noProof="0" dirty="0"/>
              <a:t>НАЖМИТЕ ДЛЯ ИЗМЕНЕНИЯ СТИЛЯ ПОДЗАГОЛОВКА</a:t>
            </a:r>
          </a:p>
        </p:txBody>
      </p:sp>
      <p:sp>
        <p:nvSpPr>
          <p:cNvPr id="2" name="Заголовок 1" title="Название ">
            <a:extLst>
              <a:ext uri="{FF2B5EF4-FFF2-40B4-BE49-F238E27FC236}">
                <a16:creationId xmlns:a16="http://schemas.microsoft.com/office/drawing/2014/main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1378" y="1308484"/>
            <a:ext cx="73426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</a:t>
            </a:r>
            <a:br>
              <a:rPr lang="ru-RU" noProof="0" dirty="0"/>
            </a:br>
            <a:r>
              <a:rPr lang="ru-RU" noProof="0" dirty="0"/>
              <a:t>Стиль образца заголовка 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4223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метка текста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ый треугольник 34">
            <a:extLst>
              <a:ext uri="{FF2B5EF4-FFF2-40B4-BE49-F238E27FC236}">
                <a16:creationId xmlns:a16="http://schemas.microsoft.com/office/drawing/2014/main" id="{805F1696-7D6B-4055-94C3-E4C179F63596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8B9EC3A9-7039-403A-9414-429521308A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99201" y="1308100"/>
            <a:ext cx="5892798" cy="55498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Ins="365760" rtlCol="0" anchor="ctr">
            <a:noAutofit/>
          </a:bodyPr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Щелкните значок, чтобы добавить фото</a:t>
            </a:r>
          </a:p>
        </p:txBody>
      </p:sp>
      <p:sp>
        <p:nvSpPr>
          <p:cNvPr id="3" name="Объект 2" title="Пункты маркированного списка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96915"/>
            <a:ext cx="4942829" cy="2958275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25" name="Параллелограмм 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noProof="0" dirty="0"/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352314" y="1185452"/>
            <a:ext cx="1839685" cy="163394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Текст 4" title="Подзаголовок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563477"/>
            <a:ext cx="7342621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ru-RU" noProof="0" dirty="0"/>
              <a:t>НАЖМИТЕ ДЛЯ ИЗМЕНЕНИЯ СТИЛЯ ПОДЗАГОЛОВКА</a:t>
            </a:r>
          </a:p>
        </p:txBody>
      </p:sp>
      <p:sp>
        <p:nvSpPr>
          <p:cNvPr id="19" name="Заголовок 1" title="Название ">
            <a:extLst>
              <a:ext uri="{FF2B5EF4-FFF2-40B4-BE49-F238E27FC236}">
                <a16:creationId xmlns:a16="http://schemas.microsoft.com/office/drawing/2014/main" id="{2DB9D671-9FC8-4306-96B7-D9D585694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378" y="1308484"/>
            <a:ext cx="73426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</a:t>
            </a:r>
            <a:br>
              <a:rPr lang="ru-RU" noProof="0" dirty="0"/>
            </a:br>
            <a:r>
              <a:rPr lang="ru-RU" noProof="0" dirty="0"/>
              <a:t>Стиль образца заголовка 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E55A0B9-F639-8643-9C4D-B93B8EE21A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0C29282-8AC7-494D-9A8E-A26C7F6994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83110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Диагональная полоса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Параллелограмм 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  <p:sp>
        <p:nvSpPr>
          <p:cNvPr id="17" name="Текст 2">
            <a:extLst>
              <a:ext uri="{FF2B5EF4-FFF2-40B4-BE49-F238E27FC236}">
                <a16:creationId xmlns:a16="http://schemas.microsoft.com/office/drawing/2014/main" id="{B2E19FBD-2379-4B3B-910D-F51E007CB63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</p:txBody>
      </p:sp>
      <p:sp>
        <p:nvSpPr>
          <p:cNvPr id="18" name="Объект 3" title="Пункты маркированного списка">
            <a:extLst>
              <a:ext uri="{FF2B5EF4-FFF2-40B4-BE49-F238E27FC236}">
                <a16:creationId xmlns:a16="http://schemas.microsoft.com/office/drawing/2014/main" id="{8715E757-6584-4841-8154-C92E70E0CD6B}"/>
              </a:ext>
            </a:extLst>
          </p:cNvPr>
          <p:cNvSpPr>
            <a:spLocks noGrp="1"/>
          </p:cNvSpPr>
          <p:nvPr userDrawn="1">
            <p:ph sz="half" idx="13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IN" dirty="0">
                <a:solidFill>
                  <a:schemeClr val="tx1"/>
                </a:solidFill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>
              <a:buClr>
                <a:schemeClr val="accent2"/>
              </a:buClr>
            </a:pPr>
            <a:r>
              <a:rPr lang="ru-RU" noProof="0" dirty="0"/>
              <a:t>Второй уровень</a:t>
            </a:r>
          </a:p>
          <a:p>
            <a:pPr lvl="2" rtl="0">
              <a:buClr>
                <a:schemeClr val="accent2"/>
              </a:buClr>
            </a:pPr>
            <a:r>
              <a:rPr lang="ru-RU" noProof="0" dirty="0"/>
              <a:t>Третий уровень</a:t>
            </a:r>
          </a:p>
          <a:p>
            <a:pPr lvl="3" rtl="0">
              <a:buClr>
                <a:schemeClr val="accent2"/>
              </a:buClr>
            </a:pPr>
            <a:r>
              <a:rPr lang="ru-RU" noProof="0" dirty="0"/>
              <a:t>Четвертый уровень</a:t>
            </a:r>
          </a:p>
          <a:p>
            <a:pPr lvl="4" rtl="0">
              <a:buClr>
                <a:schemeClr val="accent2"/>
              </a:buClr>
            </a:pPr>
            <a:r>
              <a:rPr lang="ru-RU" noProof="0" dirty="0"/>
              <a:t>Пятый уровень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</p:txBody>
      </p:sp>
      <p:sp>
        <p:nvSpPr>
          <p:cNvPr id="20" name="Объект 5" title="Пункты маркированного списка">
            <a:extLst>
              <a:ext uri="{FF2B5EF4-FFF2-40B4-BE49-F238E27FC236}">
                <a16:creationId xmlns:a16="http://schemas.microsoft.com/office/drawing/2014/main" id="{D957FBD7-2C3C-4DD1-954F-DF1E007BE590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IN" dirty="0">
                <a:solidFill>
                  <a:schemeClr val="tx1"/>
                </a:solidFill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>
              <a:buClr>
                <a:schemeClr val="accent2"/>
              </a:buClr>
            </a:pPr>
            <a:r>
              <a:rPr lang="ru-RU" noProof="0" dirty="0"/>
              <a:t>Второй уровень</a:t>
            </a:r>
          </a:p>
          <a:p>
            <a:pPr lvl="2" rtl="0">
              <a:buClr>
                <a:schemeClr val="accent2"/>
              </a:buClr>
            </a:pPr>
            <a:r>
              <a:rPr lang="ru-RU" noProof="0" dirty="0"/>
              <a:t>Третий уровень</a:t>
            </a:r>
          </a:p>
          <a:p>
            <a:pPr lvl="3" rtl="0">
              <a:buClr>
                <a:schemeClr val="accent2"/>
              </a:buClr>
            </a:pPr>
            <a:r>
              <a:rPr lang="ru-RU" noProof="0" dirty="0"/>
              <a:t>Четвертый уровень</a:t>
            </a:r>
          </a:p>
          <a:p>
            <a:pPr lvl="4" rtl="0">
              <a:buClr>
                <a:schemeClr val="accent2"/>
              </a:buClr>
            </a:pPr>
            <a:r>
              <a:rPr lang="ru-RU" noProof="0" dirty="0"/>
              <a:t>Пятый уровень</a:t>
            </a:r>
          </a:p>
        </p:txBody>
      </p:sp>
      <p:sp>
        <p:nvSpPr>
          <p:cNvPr id="24" name="Текст 4" title="Подзаголовок">
            <a:extLst>
              <a:ext uri="{FF2B5EF4-FFF2-40B4-BE49-F238E27FC236}">
                <a16:creationId xmlns:a16="http://schemas.microsoft.com/office/drawing/2014/main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ru-RU" noProof="0" dirty="0"/>
              <a:t>НАЖМИТЕ ДЛЯ ИЗМЕНЕНИЯ СТИЛЯ ПОДЗАГОЛОВКА</a:t>
            </a:r>
          </a:p>
        </p:txBody>
      </p:sp>
      <p:sp>
        <p:nvSpPr>
          <p:cNvPr id="25" name="Надпись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ru-RU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Параллелограмм 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ru-RU" noProof="0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27" name="Заголовок 1" title="Название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стиль заголовка образца слайда </a:t>
            </a:r>
          </a:p>
        </p:txBody>
      </p:sp>
    </p:spTree>
    <p:extLst>
      <p:ext uri="{BB962C8B-B14F-4D97-AF65-F5344CB8AC3E}">
        <p14:creationId xmlns:p14="http://schemas.microsoft.com/office/powerpoint/2010/main" val="3256540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адпись 15">
            <a:extLst>
              <a:ext uri="{FF2B5EF4-FFF2-40B4-BE49-F238E27FC236}">
                <a16:creationId xmlns:a16="http://schemas.microsoft.com/office/drawing/2014/main" id="{A4F49194-9068-41AA-B460-962319BF96A4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ru-RU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5806E656-313A-47B1-B381-D004200F7A01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9" name="Диагональная полоса 28">
              <a:extLst>
                <a:ext uri="{FF2B5EF4-FFF2-40B4-BE49-F238E27FC236}">
                  <a16:creationId xmlns:a16="http://schemas.microsoft.com/office/drawing/2014/main" id="{65F8E2DA-4BB4-4421-9172-A11AF38DFEF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Прямая соединительная линия 29">
              <a:extLst>
                <a:ext uri="{FF2B5EF4-FFF2-40B4-BE49-F238E27FC236}">
                  <a16:creationId xmlns:a16="http://schemas.microsoft.com/office/drawing/2014/main" id="{6EDB47F2-B6A7-40B4-8A2C-06719F75C08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Параллелограмм 30">
              <a:extLst>
                <a:ext uri="{FF2B5EF4-FFF2-40B4-BE49-F238E27FC236}">
                  <a16:creationId xmlns:a16="http://schemas.microsoft.com/office/drawing/2014/main" id="{B188E7A9-2351-4B68-98B8-10099CB39CD2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  <p:sp>
        <p:nvSpPr>
          <p:cNvPr id="33" name="Параллелограмм 32">
            <a:extLst>
              <a:ext uri="{FF2B5EF4-FFF2-40B4-BE49-F238E27FC236}">
                <a16:creationId xmlns:a16="http://schemas.microsoft.com/office/drawing/2014/main" id="{F088C182-BF10-45B2-B159-7702E00D31D4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ru-RU" noProof="0" dirty="0"/>
          </a:p>
        </p:txBody>
      </p:sp>
      <p:sp>
        <p:nvSpPr>
          <p:cNvPr id="34" name="Текст 4" title="Подзаголовок">
            <a:extLst>
              <a:ext uri="{FF2B5EF4-FFF2-40B4-BE49-F238E27FC236}">
                <a16:creationId xmlns:a16="http://schemas.microsoft.com/office/drawing/2014/main" id="{FB561B16-2788-452A-B7AF-A482256DC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ru-RU" noProof="0" dirty="0"/>
              <a:t>НАЖМИТЕ ДЛЯ ИЗМЕНЕНИЯ СТИЛЯ ПОДЗАГОЛОВКА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6990C03-1647-2044-B335-6F5F19E4E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F03A7CC-E6DC-1544-BE55-15EC1718B7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17" name="Заголовок 1" title="Название ">
            <a:extLst>
              <a:ext uri="{FF2B5EF4-FFF2-40B4-BE49-F238E27FC236}">
                <a16:creationId xmlns:a16="http://schemas.microsoft.com/office/drawing/2014/main" id="{BDEC780E-6412-1344-A62E-6B84E9CCB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стиль заголовка образца слайда 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C82AC85-33B6-2B49-8BF4-084144443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 dirty="0"/>
              <a:t>Добавьте текст здесь</a:t>
            </a:r>
          </a:p>
        </p:txBody>
      </p:sp>
      <p:sp>
        <p:nvSpPr>
          <p:cNvPr id="20" name="Диаграмма 2" title="Диаграмма">
            <a:extLst>
              <a:ext uri="{FF2B5EF4-FFF2-40B4-BE49-F238E27FC236}">
                <a16:creationId xmlns:a16="http://schemas.microsoft.com/office/drawing/2014/main" id="{0EF0FD2A-B62A-4931-846D-2602DED2660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796114" y="2005762"/>
            <a:ext cx="5719397" cy="4084470"/>
          </a:xfrm>
          <a:prstGeom prst="rect">
            <a:avLst/>
          </a:prstGeom>
        </p:spPr>
        <p:txBody>
          <a:bodyPr vert="horz" lIns="91420" tIns="45710" rIns="91420" bIns="45710" rtlCol="0"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 rtl="0"/>
            <a:r>
              <a:rPr lang="ru-RU" noProof="0" dirty="0"/>
              <a:t>Щелкните значок, чтобы добавить диаграмму</a:t>
            </a:r>
          </a:p>
        </p:txBody>
      </p:sp>
    </p:spTree>
    <p:extLst>
      <p:ext uri="{BB962C8B-B14F-4D97-AF65-F5344CB8AC3E}">
        <p14:creationId xmlns:p14="http://schemas.microsoft.com/office/powerpoint/2010/main" val="2200477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аблица 11" title="Таблица">
            <a:extLst>
              <a:ext uri="{FF2B5EF4-FFF2-40B4-BE49-F238E27FC236}">
                <a16:creationId xmlns:a16="http://schemas.microsoft.com/office/drawing/2014/main" id="{7CD3E31F-0AF8-4EB8-B6FA-BD95A2EDA63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31378" y="2664803"/>
            <a:ext cx="10993375" cy="3433180"/>
          </a:xfrm>
          <a:prstGeom prst="rect">
            <a:avLst/>
          </a:prstGeom>
        </p:spPr>
        <p:txBody>
          <a:bodyPr lIns="91420" tIns="45710" rIns="91420" bIns="45710" rtlCol="0">
            <a:noAutofit/>
          </a:bodyPr>
          <a:lstStyle>
            <a:lvl1pPr marL="0" indent="0" algn="ctr"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Щелкните значок, чтобы добавить таблицу</a:t>
            </a:r>
          </a:p>
        </p:txBody>
      </p:sp>
      <p:sp>
        <p:nvSpPr>
          <p:cNvPr id="16" name="Надпись 15">
            <a:extLst>
              <a:ext uri="{FF2B5EF4-FFF2-40B4-BE49-F238E27FC236}">
                <a16:creationId xmlns:a16="http://schemas.microsoft.com/office/drawing/2014/main" id="{B84020D1-D35E-497E-97F1-84A6EA9D048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ru-RU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36C8A74F-FDDF-48E8-AC2B-A5BD59D7D6A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Диагональная полоса 26">
              <a:extLst>
                <a:ext uri="{FF2B5EF4-FFF2-40B4-BE49-F238E27FC236}">
                  <a16:creationId xmlns:a16="http://schemas.microsoft.com/office/drawing/2014/main" id="{2D5247F3-E6EB-4003-B1FD-F6200F0738E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E9B7D995-9FB8-4461-8AAA-FA8B9A145B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Параллелограмм 32">
              <a:extLst>
                <a:ext uri="{FF2B5EF4-FFF2-40B4-BE49-F238E27FC236}">
                  <a16:creationId xmlns:a16="http://schemas.microsoft.com/office/drawing/2014/main" id="{849B962F-68BC-4B89-B4D8-D862517534DF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  <p:sp>
        <p:nvSpPr>
          <p:cNvPr id="36" name="Параллелограмм 35">
            <a:extLst>
              <a:ext uri="{FF2B5EF4-FFF2-40B4-BE49-F238E27FC236}">
                <a16:creationId xmlns:a16="http://schemas.microsoft.com/office/drawing/2014/main" id="{8006416B-866C-47E5-8480-109B40F9EAA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noProof="0" dirty="0"/>
          </a:p>
        </p:txBody>
      </p:sp>
      <p:sp>
        <p:nvSpPr>
          <p:cNvPr id="37" name="Текст 4" title="Подзаголовок">
            <a:extLst>
              <a:ext uri="{FF2B5EF4-FFF2-40B4-BE49-F238E27FC236}">
                <a16:creationId xmlns:a16="http://schemas.microsoft.com/office/drawing/2014/main" id="{FE79FAE9-2A8C-46BA-8738-44CBCF7294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ru-RU" noProof="0" dirty="0"/>
              <a:t>НАЖМИТЕ ДЛЯ ИЗМЕНЕНИЯ СТИЛЯ ПОДЗАГОЛОВКА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5750A33E-CEFE-4D43-9554-513B01B1D3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A960C75-8FA7-5740-9388-2B5112B2C5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17" name="Заголовок 1" title="Название ">
            <a:extLst>
              <a:ext uri="{FF2B5EF4-FFF2-40B4-BE49-F238E27FC236}">
                <a16:creationId xmlns:a16="http://schemas.microsoft.com/office/drawing/2014/main" id="{0F525D04-A814-7A4D-9732-11097EA76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стиль заголовка образца слайда </a:t>
            </a:r>
          </a:p>
        </p:txBody>
      </p:sp>
    </p:spTree>
    <p:extLst>
      <p:ext uri="{BB962C8B-B14F-4D97-AF65-F5344CB8AC3E}">
        <p14:creationId xmlns:p14="http://schemas.microsoft.com/office/powerpoint/2010/main" val="3415060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рупная фотограф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79ED029D-F488-47E5-B064-0E35B31D23A5}"/>
              </a:ext>
            </a:extLst>
          </p:cNvPr>
          <p:cNvSpPr/>
          <p:nvPr userDrawn="1"/>
        </p:nvSpPr>
        <p:spPr>
          <a:xfrm flipV="1">
            <a:off x="0" y="-5"/>
            <a:ext cx="11747500" cy="629920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5" name="Рисунок 31" title="Изображение">
            <a:extLst>
              <a:ext uri="{FF2B5EF4-FFF2-40B4-BE49-F238E27FC236}">
                <a16:creationId xmlns:a16="http://schemas.microsoft.com/office/drawing/2014/main" id="{D683190A-95C6-428D-AEE4-FC8350C324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0" rtlCol="0" anchor="ctr"/>
          <a:lstStyle>
            <a:lvl1pPr marL="0" indent="0" algn="ctr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изображение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F78F4957-6DDE-40CE-9D33-00B1434FA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1" title="Название ">
            <a:extLst>
              <a:ext uri="{FF2B5EF4-FFF2-40B4-BE49-F238E27FC236}">
                <a16:creationId xmlns:a16="http://schemas.microsoft.com/office/drawing/2014/main" id="{D9A8085F-72C4-4DFB-813E-C5666B0CC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288000" rtlCol="0" anchor="ctr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Добавьте подпись</a:t>
            </a:r>
          </a:p>
        </p:txBody>
      </p:sp>
    </p:spTree>
    <p:extLst>
      <p:ext uri="{BB962C8B-B14F-4D97-AF65-F5344CB8AC3E}">
        <p14:creationId xmlns:p14="http://schemas.microsoft.com/office/powerpoint/2010/main" val="4237576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title="Название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стиль образца заголовка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A488AB73-8058-4FB5-9619-FCECCA9F3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ru-RU" noProof="0" dirty="0"/>
              <a:t>Название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359BE165-3EB5-4C11-8B53-6E98C0BC2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ru-RU" noProof="0" dirty="0"/>
              <a:t>Номер телефона</a:t>
            </a: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79D05293-35AD-495F-A7AE-942398090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ru-RU" noProof="0" dirty="0"/>
              <a:t>Электронная почта </a:t>
            </a:r>
          </a:p>
        </p:txBody>
      </p:sp>
      <p:sp>
        <p:nvSpPr>
          <p:cNvPr id="13" name="Текст 21">
            <a:extLst>
              <a:ext uri="{FF2B5EF4-FFF2-40B4-BE49-F238E27FC236}">
                <a16:creationId xmlns:a16="http://schemas.microsoft.com/office/drawing/2014/main" id="{997A03F2-8D8A-4425-9F56-66DB33CE11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ru-RU" noProof="0" dirty="0"/>
              <a:t>Веб-сайт компании</a:t>
            </a:r>
          </a:p>
        </p:txBody>
      </p:sp>
      <p:sp>
        <p:nvSpPr>
          <p:cNvPr id="14" name="Фигура 4157">
            <a:extLst>
              <a:ext uri="{FF2B5EF4-FFF2-40B4-BE49-F238E27FC236}">
                <a16:creationId xmlns:a16="http://schemas.microsoft.com/office/drawing/2014/main" id="{A30A8F28-98F4-425F-A750-78192A157DF4}"/>
              </a:ext>
            </a:extLst>
          </p:cNvPr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ru-RU" noProof="0" dirty="0"/>
          </a:p>
        </p:txBody>
      </p:sp>
      <p:sp>
        <p:nvSpPr>
          <p:cNvPr id="15" name="Фигура 4186">
            <a:extLst>
              <a:ext uri="{FF2B5EF4-FFF2-40B4-BE49-F238E27FC236}">
                <a16:creationId xmlns:a16="http://schemas.microsoft.com/office/drawing/2014/main" id="{2F84D399-8148-4E86-A1E4-BE7D1D81383A}"/>
              </a:ext>
            </a:extLst>
          </p:cNvPr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ru-RU" noProof="0" dirty="0"/>
          </a:p>
        </p:txBody>
      </p:sp>
      <p:sp>
        <p:nvSpPr>
          <p:cNvPr id="19" name="Фигура 4379">
            <a:extLst>
              <a:ext uri="{FF2B5EF4-FFF2-40B4-BE49-F238E27FC236}">
                <a16:creationId xmlns:a16="http://schemas.microsoft.com/office/drawing/2014/main" id="{E4408FF8-E342-42F8-BBE9-1220822B5E99}"/>
              </a:ext>
            </a:extLst>
          </p:cNvPr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ru-RU" noProof="0" dirty="0"/>
          </a:p>
        </p:txBody>
      </p:sp>
      <p:sp>
        <p:nvSpPr>
          <p:cNvPr id="20" name="Фигура 4487">
            <a:extLst>
              <a:ext uri="{FF2B5EF4-FFF2-40B4-BE49-F238E27FC236}">
                <a16:creationId xmlns:a16="http://schemas.microsoft.com/office/drawing/2014/main" id="{11D27456-C005-4109-9E74-0B692200A0B3}"/>
              </a:ext>
            </a:extLst>
          </p:cNvPr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ru-RU" noProof="0" dirty="0"/>
          </a:p>
        </p:txBody>
      </p:sp>
      <p:sp>
        <p:nvSpPr>
          <p:cNvPr id="21" name="Прямоугольный треугольник 20">
            <a:extLst>
              <a:ext uri="{FF2B5EF4-FFF2-40B4-BE49-F238E27FC236}">
                <a16:creationId xmlns:a16="http://schemas.microsoft.com/office/drawing/2014/main" id="{FDDD2B84-3CB9-4567-8C91-C538E8A1C89F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34EF3020-1476-41B1-9FE7-B476A25C5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B1B64EC3-B232-415D-8E27-EB3E24D13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2261CE2F-F199-4242-AC6C-692676B81FF1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Рисунок 24">
            <a:extLst>
              <a:ext uri="{FF2B5EF4-FFF2-40B4-BE49-F238E27FC236}">
                <a16:creationId xmlns:a16="http://schemas.microsoft.com/office/drawing/2014/main" id="{89C0506D-0CA6-4583-9D04-24E7F4D16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prstGeom prst="rect">
            <a:avLst/>
          </a:pr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3839051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ый треугольник 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 title="Название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стиль образца заголовка</a:t>
            </a:r>
          </a:p>
        </p:txBody>
      </p:sp>
      <p:sp>
        <p:nvSpPr>
          <p:cNvPr id="3" name="Подзаголовок 2" title="Подзаголовок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24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dirty="0"/>
              <a:t>ЩЕЛКНИТЕ, ЧТОБЫ ИЗМЕНИТЬ СТИЛЬ ОБРАЗЦА ПОДЗАГОЛОВКА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561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ый треугольник 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7" name="Параллелограмм 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Заголовок 1" title="Название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ru-RU" noProof="0" dirty="0"/>
              <a:t>Щелкните, чтобы изменить стиль образца заголовка</a:t>
            </a:r>
          </a:p>
        </p:txBody>
      </p:sp>
      <p:sp>
        <p:nvSpPr>
          <p:cNvPr id="101" name="Текст 2" title="Подзаголовок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0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 dirty="0"/>
              <a:t>ИЗМЕНИТЬ ОБРАЗЕЦ ТЕКСТА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араллелограмм 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noProof="0" dirty="0"/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араллелограмм 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00786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Диагональная полоса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Параллелограмм 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  <p:sp>
        <p:nvSpPr>
          <p:cNvPr id="25" name="Надпись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ru-RU" sz="3400" b="1" noProof="0" dirty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Параллелограмм 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ru-RU" noProof="0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27" name="Заголовок 1" title="Название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стиль заголовка образца слайда </a:t>
            </a:r>
          </a:p>
        </p:txBody>
      </p:sp>
      <p:sp>
        <p:nvSpPr>
          <p:cNvPr id="29" name="Объект 2">
            <a:extLst>
              <a:ext uri="{FF2B5EF4-FFF2-40B4-BE49-F238E27FC236}">
                <a16:creationId xmlns:a16="http://schemas.microsoft.com/office/drawing/2014/main" id="{1FAE0C34-9220-45F0-9FC2-9FE7C994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8" y="1671924"/>
            <a:ext cx="10835122" cy="4505039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43430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Диагональная полоса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Параллелограмм 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  <p:sp>
        <p:nvSpPr>
          <p:cNvPr id="25" name="Надпись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ru-RU" sz="3400" b="1" noProof="0" dirty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Параллелограмм 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ru-RU" noProof="0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27" name="Заголовок 1" title="Название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стиль заголовка образца слайда </a:t>
            </a: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217F9213-0142-420B-A84D-C5627A0C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687" y="1651044"/>
            <a:ext cx="5181600" cy="4525919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15" name="Объект 3">
            <a:extLst>
              <a:ext uri="{FF2B5EF4-FFF2-40B4-BE49-F238E27FC236}">
                <a16:creationId xmlns:a16="http://schemas.microsoft.com/office/drawing/2014/main" id="{8014328B-D576-4B5C-A4AE-CF983189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1044"/>
            <a:ext cx="5181600" cy="4525919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284813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Диагональная полоса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Параллелограмм 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  <p:sp>
        <p:nvSpPr>
          <p:cNvPr id="25" name="Надпись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ru-RU" sz="3400" b="1" noProof="0" dirty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Параллелограмм 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ru-RU" noProof="0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27" name="Заголовок 1" title="Название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стиль заголовка образца слайда 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:a16="http://schemas.microsoft.com/office/drawing/2014/main" id="{82BFF385-445D-4DBB-9773-F9966941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678" y="1681163"/>
            <a:ext cx="5382501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en-US" b="1" dirty="0">
                <a:solidFill>
                  <a:schemeClr val="accent6"/>
                </a:solidFill>
              </a:defRPr>
            </a:lvl1pPr>
          </a:lstStyle>
          <a:p>
            <a:pPr marL="228600" lvl="0" indent="-228600" rtl="0"/>
            <a:r>
              <a:rPr lang="ru-RU" noProof="0" dirty="0"/>
              <a:t>Щелкните, чтобы изменить стили текста образца слайда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311B1CFE-1B35-4B5C-B40A-DC5ADF211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</p:txBody>
      </p:sp>
      <p:sp>
        <p:nvSpPr>
          <p:cNvPr id="21" name="Объект 5">
            <a:extLst>
              <a:ext uri="{FF2B5EF4-FFF2-40B4-BE49-F238E27FC236}">
                <a16:creationId xmlns:a16="http://schemas.microsoft.com/office/drawing/2014/main" id="{1CE840E8-D596-479D-AE97-E88F42DC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24" name="Объект 3">
            <a:extLst>
              <a:ext uri="{FF2B5EF4-FFF2-40B4-BE49-F238E27FC236}">
                <a16:creationId xmlns:a16="http://schemas.microsoft.com/office/drawing/2014/main" id="{B9A68D25-B19E-4E84-B65D-596EE8382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678" y="2505075"/>
            <a:ext cx="5391749" cy="36845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452267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ый треугольник 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 title="Название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стиль образца заголовка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C9A1E80C-1A76-4D3E-92A1-8468668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316" y="2290713"/>
            <a:ext cx="5803672" cy="4341862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 sz="24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5265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ый треугольник 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 title="Название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стиль образца заголовка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2728E0A-430E-4C6A-BF56-06FA8510F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49970" y="2271860"/>
            <a:ext cx="5715017" cy="436071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 dirty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2614302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Надпись 17">
            <a:extLst>
              <a:ext uri="{FF2B5EF4-FFF2-40B4-BE49-F238E27FC236}">
                <a16:creationId xmlns:a16="http://schemas.microsoft.com/office/drawing/2014/main" id="{CC52C5C1-EC33-44C1-9D54-A1058BBF1812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ru-RU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8A0030CD-8C9E-4AA5-8C5D-F9B2EDB7E17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Диагональная полоса 26">
              <a:extLst>
                <a:ext uri="{FF2B5EF4-FFF2-40B4-BE49-F238E27FC236}">
                  <a16:creationId xmlns:a16="http://schemas.microsoft.com/office/drawing/2014/main" id="{872EE65E-EE50-4A3E-861E-1D6C241CB8EA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E76AD1EF-E06C-4D3C-9693-26844D01C8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Параллелограмм 28">
              <a:extLst>
                <a:ext uri="{FF2B5EF4-FFF2-40B4-BE49-F238E27FC236}">
                  <a16:creationId xmlns:a16="http://schemas.microsoft.com/office/drawing/2014/main" id="{57D44C42-44C0-420A-A125-9B1A979D4F56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  <p:sp>
        <p:nvSpPr>
          <p:cNvPr id="30" name="Параллелограмм 29">
            <a:extLst>
              <a:ext uri="{FF2B5EF4-FFF2-40B4-BE49-F238E27FC236}">
                <a16:creationId xmlns:a16="http://schemas.microsoft.com/office/drawing/2014/main" id="{406089BB-36DC-4E23-B215-527A8A18FCF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ru-RU" noProof="0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578C43A6-50C6-704E-BADC-6D83BADE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D91439B-965F-3548-AF77-89501B24F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19906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Надпись 20">
            <a:extLst>
              <a:ext uri="{FF2B5EF4-FFF2-40B4-BE49-F238E27FC236}">
                <a16:creationId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ru-RU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Диагональная полоса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Прямая соединительная линия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Параллелограмм 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  <p:sp>
        <p:nvSpPr>
          <p:cNvPr id="31" name="Параллелограмм 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ru-RU" noProof="0" dirty="0"/>
          </a:p>
        </p:txBody>
      </p:sp>
      <p:sp>
        <p:nvSpPr>
          <p:cNvPr id="33" name="Заголовок 1" title="Название ">
            <a:extLst>
              <a:ext uri="{FF2B5EF4-FFF2-40B4-BE49-F238E27FC236}">
                <a16:creationId xmlns:a16="http://schemas.microsoft.com/office/drawing/2014/main" id="{59067A2C-FE71-4381-BE51-08DAC5E435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стиль заголовка образца слайда 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58419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5CE2EB-00DF-4EBA-BF1F-D37805D45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891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B16155-303B-403D-8B49-D4CEE47D6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53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915EF5-4ABE-4759-AC09-679CD6083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971" y="6356350"/>
            <a:ext cx="7402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pPr rtl="0"/>
            <a:fld id="{8699F50C-BE38-4BD0-BA84-9B090E1F2B9B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AA2D2B61-D240-024D-AD60-4162EF15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10835122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pPr rtl="0"/>
            <a:r>
              <a:rPr lang="ru-RU" noProof="0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56488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85" r:id="rId3"/>
    <p:sldLayoutId id="2147483706" r:id="rId4"/>
    <p:sldLayoutId id="2147483708" r:id="rId5"/>
    <p:sldLayoutId id="2147483704" r:id="rId6"/>
    <p:sldLayoutId id="2147483689" r:id="rId7"/>
    <p:sldLayoutId id="2147483668" r:id="rId8"/>
    <p:sldLayoutId id="2147483707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692" r:id="rId17"/>
    <p:sldLayoutId id="2147483697" r:id="rId18"/>
    <p:sldLayoutId id="2147483674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IN"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E7A40"/>
        </a:buClr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IN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 title="Изображение здания">
            <a:extLst>
              <a:ext uri="{FF2B5EF4-FFF2-40B4-BE49-F238E27FC236}">
                <a16:creationId xmlns:a16="http://schemas.microsoft.com/office/drawing/2014/main" id="{257F6BCE-75BB-4ECD-BEA5-21C36A9CC0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0784" r="20784"/>
          <a:stretch>
            <a:fillRect/>
          </a:stretch>
        </p:blipFill>
        <p:spPr/>
      </p:pic>
      <p:sp>
        <p:nvSpPr>
          <p:cNvPr id="18" name="Шестиугольник 17" descr="Сплошной темный шестиугольник в центре изображения">
            <a:extLst>
              <a:ext uri="{FF2B5EF4-FFF2-40B4-BE49-F238E27FC236}">
                <a16:creationId xmlns:a16="http://schemas.microsoft.com/office/drawing/2014/main" id="{0E6B042D-E9CB-40E0-AAE9-6AD11F53E044}"/>
              </a:ext>
            </a:extLst>
          </p:cNvPr>
          <p:cNvSpPr/>
          <p:nvPr/>
        </p:nvSpPr>
        <p:spPr>
          <a:xfrm rot="16200000">
            <a:off x="2691160" y="1443316"/>
            <a:ext cx="2412998" cy="3971364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38ACE-163E-40EB-A458-E794C67EA2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n-US" dirty="0" err="1"/>
              <a:t>TastyAI</a:t>
            </a:r>
            <a:r>
              <a:rPr lang="en-US" dirty="0"/>
              <a:t> – </a:t>
            </a:r>
            <a:r>
              <a:rPr lang="ru-RU" dirty="0"/>
              <a:t>онлайн тесты с 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C9205DF-8F5E-49F7-B00E-6F58293F5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214" y="3640997"/>
            <a:ext cx="5027892" cy="1415097"/>
          </a:xfrm>
        </p:spPr>
        <p:txBody>
          <a:bodyPr rtlCol="0"/>
          <a:lstStyle/>
          <a:p>
            <a:r>
              <a:rPr lang="ru-RU" dirty="0"/>
              <a:t>«Проект </a:t>
            </a:r>
            <a:r>
              <a:rPr lang="en-US" dirty="0" err="1"/>
              <a:t>WebServer</a:t>
            </a:r>
            <a:r>
              <a:rPr lang="en-US" dirty="0"/>
              <a:t> + API</a:t>
            </a:r>
            <a:r>
              <a:rPr lang="ru-RU" dirty="0"/>
              <a:t>» для курса Промышленное программирование в Яндекс Лицее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3E03F7-9CF7-4916-96EA-005887F9C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2750" y="2937503"/>
            <a:ext cx="3529818" cy="9829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CF8AA2-6A3D-4FCE-A897-EBA6737637DA}"/>
              </a:ext>
            </a:extLst>
          </p:cNvPr>
          <p:cNvSpPr txBox="1"/>
          <p:nvPr/>
        </p:nvSpPr>
        <p:spPr>
          <a:xfrm>
            <a:off x="6375214" y="5074755"/>
            <a:ext cx="4697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Минибаев Артём и Тимофей Савицкий</a:t>
            </a:r>
          </a:p>
          <a:p>
            <a:r>
              <a:rPr lang="ru-RU" dirty="0"/>
              <a:t>г. Нижневартовск, МБОУ «Лицей №2» 9 класс</a:t>
            </a:r>
          </a:p>
        </p:txBody>
      </p:sp>
    </p:spTree>
    <p:extLst>
      <p:ext uri="{BB962C8B-B14F-4D97-AF65-F5344CB8AC3E}">
        <p14:creationId xmlns:p14="http://schemas.microsoft.com/office/powerpoint/2010/main" val="3980699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2AD5-5924-4E02-824F-0408286B9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267" y="2195082"/>
            <a:ext cx="3995918" cy="1789855"/>
          </a:xfrm>
        </p:spPr>
        <p:txBody>
          <a:bodyPr/>
          <a:lstStyle/>
          <a:p>
            <a:r>
              <a:rPr lang="en-US" dirty="0" err="1"/>
              <a:t>TastyAI</a:t>
            </a:r>
            <a:r>
              <a:rPr lang="en-US" dirty="0"/>
              <a:t> – </a:t>
            </a:r>
            <a:r>
              <a:rPr lang="ru-RU" dirty="0"/>
              <a:t>онлайн тесты с 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411CA9-89E5-4FD9-95E7-36230AD13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1782" y="3984937"/>
            <a:ext cx="5468887" cy="1940734"/>
          </a:xfrm>
        </p:spPr>
        <p:txBody>
          <a:bodyPr>
            <a:noAutofit/>
          </a:bodyPr>
          <a:lstStyle/>
          <a:p>
            <a:r>
              <a:rPr lang="ru-RU" sz="2700" dirty="0"/>
              <a:t>- это абсолютно бесплатный сайт с тестами где используется искусственный интеллект для ваших разных задач в области тестов.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6B7648D-348E-423A-A9F8-14BE77953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74" y="660345"/>
            <a:ext cx="5734971" cy="1597080"/>
          </a:xfrm>
          <a:prstGeom prst="rect">
            <a:avLst/>
          </a:prstGeom>
        </p:spPr>
      </p:pic>
      <p:sp>
        <p:nvSpPr>
          <p:cNvPr id="13" name="Нижний колонтитул 1">
            <a:extLst>
              <a:ext uri="{FF2B5EF4-FFF2-40B4-BE49-F238E27FC236}">
                <a16:creationId xmlns:a16="http://schemas.microsoft.com/office/drawing/2014/main" id="{46CE1A0C-FB01-4D4F-A11A-1B495307CAC2}"/>
              </a:ext>
            </a:extLst>
          </p:cNvPr>
          <p:cNvSpPr txBox="1">
            <a:spLocks/>
          </p:cNvSpPr>
          <p:nvPr/>
        </p:nvSpPr>
        <p:spPr>
          <a:xfrm>
            <a:off x="30480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/>
              <a:t>tastyai-onlinetests.space</a:t>
            </a:r>
            <a:endParaRPr lang="ru-RU" sz="1800" dirty="0"/>
          </a:p>
        </p:txBody>
      </p:sp>
      <p:sp>
        <p:nvSpPr>
          <p:cNvPr id="7" name="Объект 4">
            <a:extLst>
              <a:ext uri="{FF2B5EF4-FFF2-40B4-BE49-F238E27FC236}">
                <a16:creationId xmlns:a16="http://schemas.microsoft.com/office/drawing/2014/main" id="{B7AC610B-A440-4F80-B128-587794215A34}"/>
              </a:ext>
            </a:extLst>
          </p:cNvPr>
          <p:cNvSpPr txBox="1">
            <a:spLocks/>
          </p:cNvSpPr>
          <p:nvPr/>
        </p:nvSpPr>
        <p:spPr>
          <a:xfrm>
            <a:off x="6078071" y="3090010"/>
            <a:ext cx="5968786" cy="283566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None/>
              <a:defRPr lang="en-US" sz="2000" b="0" i="0" kern="1200" spc="300">
                <a:solidFill>
                  <a:schemeClr val="accent6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None/>
              <a:defRPr lang="en-US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None/>
              <a:defRPr lang="en-US"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None/>
              <a:defRPr lang="en-IN"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200" dirty="0"/>
              <a:t>✔️ Поможет сделать ваш тест</a:t>
            </a:r>
          </a:p>
          <a:p>
            <a:r>
              <a:rPr lang="ru-RU" sz="2200" dirty="0"/>
              <a:t>✔️ Сделает каждому индивидуальный </a:t>
            </a:r>
            <a:r>
              <a:rPr lang="ru-RU" sz="2200" dirty="0">
                <a:solidFill>
                  <a:srgbClr val="3F3F3F"/>
                </a:solidFill>
              </a:rPr>
              <a:t>результат</a:t>
            </a:r>
            <a:r>
              <a:rPr lang="ru-RU" sz="2200" dirty="0"/>
              <a:t> на основе ответов в пройденном тесте.</a:t>
            </a:r>
          </a:p>
          <a:p>
            <a:r>
              <a:rPr lang="ru-RU" sz="2200" dirty="0"/>
              <a:t>✔️ Бесплатный</a:t>
            </a:r>
          </a:p>
          <a:p>
            <a:r>
              <a:rPr lang="ru-RU" sz="2200" dirty="0"/>
              <a:t>✔️ Удобный интерфейс</a:t>
            </a:r>
          </a:p>
          <a:p>
            <a:r>
              <a:rPr lang="ru-RU" sz="2200" dirty="0"/>
              <a:t>✔️ Сохранение результатов</a:t>
            </a:r>
          </a:p>
        </p:txBody>
      </p:sp>
    </p:spTree>
    <p:extLst>
      <p:ext uri="{BB962C8B-B14F-4D97-AF65-F5344CB8AC3E}">
        <p14:creationId xmlns:p14="http://schemas.microsoft.com/office/powerpoint/2010/main" val="630279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EF7EF3E-4937-44D7-BB92-050DAC4491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ru-RU" noProof="0" smtClean="0"/>
              <a:t>3</a:t>
            </a:fld>
            <a:endParaRPr lang="ru-RU" noProof="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783CBC0-4A9E-464E-A561-63E9814FD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681037"/>
            <a:ext cx="8333222" cy="675960"/>
          </a:xfrm>
        </p:spPr>
        <p:txBody>
          <a:bodyPr/>
          <a:lstStyle/>
          <a:p>
            <a:r>
              <a:rPr lang="ru-RU" dirty="0"/>
              <a:t>Упрощение жизни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FCF620E-DF78-4257-B94D-DCCB7A320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8" y="1671924"/>
            <a:ext cx="7182004" cy="4505039"/>
          </a:xfrm>
        </p:spPr>
        <p:txBody>
          <a:bodyPr/>
          <a:lstStyle/>
          <a:p>
            <a:pPr algn="l"/>
            <a:r>
              <a:rPr lang="ru-RU" sz="2400" b="0" i="0" dirty="0">
                <a:solidFill>
                  <a:srgbClr val="3F3F3F"/>
                </a:solidFill>
                <a:effectLst/>
              </a:rPr>
              <a:t>	</a:t>
            </a:r>
            <a:r>
              <a:rPr lang="ru-RU" sz="2400" b="0" i="0" dirty="0" err="1">
                <a:solidFill>
                  <a:srgbClr val="3F3F3F"/>
                </a:solidFill>
                <a:effectLst/>
              </a:rPr>
              <a:t>TastyAI</a:t>
            </a:r>
            <a:r>
              <a:rPr lang="ru-RU" sz="2400" b="0" i="0" dirty="0">
                <a:solidFill>
                  <a:srgbClr val="3F3F3F"/>
                </a:solidFill>
                <a:effectLst/>
              </a:rPr>
              <a:t> экономит ваше время и позволяет создавать профессиональные онлайн-тесты в несколько кликов.</a:t>
            </a:r>
          </a:p>
          <a:p>
            <a:pPr algn="l"/>
            <a:r>
              <a:rPr lang="ru-RU" sz="2400" dirty="0">
                <a:solidFill>
                  <a:srgbClr val="3F3F3F"/>
                </a:solidFill>
              </a:rPr>
              <a:t>	</a:t>
            </a:r>
            <a:r>
              <a:rPr lang="ru-RU" sz="2400" b="0" i="0" dirty="0">
                <a:solidFill>
                  <a:srgbClr val="3F3F3F"/>
                </a:solidFill>
                <a:effectLst/>
              </a:rPr>
              <a:t>Вместо шаблонного результата, </a:t>
            </a:r>
            <a:r>
              <a:rPr lang="ru-RU" sz="2400" b="0" i="0" dirty="0" err="1">
                <a:solidFill>
                  <a:srgbClr val="3F3F3F"/>
                </a:solidFill>
                <a:effectLst/>
              </a:rPr>
              <a:t>TastyAI</a:t>
            </a:r>
            <a:r>
              <a:rPr lang="ru-RU" sz="2400" b="0" i="0" dirty="0">
                <a:solidFill>
                  <a:srgbClr val="3F3F3F"/>
                </a:solidFill>
                <a:effectLst/>
              </a:rPr>
              <a:t> предоставляет каждому пользователю индивидуальный отчет, основанный на анализе его ответов с помощью искусственного интеллекта.</a:t>
            </a:r>
          </a:p>
          <a:p>
            <a:pPr algn="l"/>
            <a:r>
              <a:rPr lang="ru-RU" sz="2400" b="0" i="0" dirty="0">
                <a:solidFill>
                  <a:srgbClr val="3F3F3F"/>
                </a:solidFill>
                <a:effectLst/>
              </a:rPr>
              <a:t>	Наша технология позволяет выявить не только уровень знаний, но и сильные и слабые стороны каждого пользователя, что делает обучение более эффективным.</a:t>
            </a:r>
          </a:p>
        </p:txBody>
      </p:sp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28643BC2-38B6-40F4-8EC7-1AA30A1B1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393" y="2716305"/>
            <a:ext cx="3180229" cy="3180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Нижний колонтитул 1">
            <a:extLst>
              <a:ext uri="{FF2B5EF4-FFF2-40B4-BE49-F238E27FC236}">
                <a16:creationId xmlns:a16="http://schemas.microsoft.com/office/drawing/2014/main" id="{ECB7ACD2-65AC-4D2D-A47D-33A14E2C1819}"/>
              </a:ext>
            </a:extLst>
          </p:cNvPr>
          <p:cNvSpPr txBox="1">
            <a:spLocks/>
          </p:cNvSpPr>
          <p:nvPr/>
        </p:nvSpPr>
        <p:spPr>
          <a:xfrm>
            <a:off x="30480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/>
              <a:t>tastyai-onlinetests.space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154786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D53AF3-7ACD-4B83-BE35-7E89C959B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3841" y="1201271"/>
            <a:ext cx="4911633" cy="639628"/>
          </a:xfrm>
        </p:spPr>
        <p:txBody>
          <a:bodyPr/>
          <a:lstStyle/>
          <a:p>
            <a:r>
              <a:rPr lang="ru-RU" dirty="0"/>
              <a:t>Пользователи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679D59-F3BA-471C-8DE0-68B6F150E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3841" y="1954281"/>
            <a:ext cx="5289593" cy="422240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ru-RU" sz="3000" b="0" i="0" dirty="0">
                <a:solidFill>
                  <a:srgbClr val="3F3F3F"/>
                </a:solidFill>
                <a:effectLst/>
              </a:rPr>
              <a:t>Мы планируем </a:t>
            </a:r>
            <a:r>
              <a:rPr lang="ru-RU" sz="3000" dirty="0">
                <a:solidFill>
                  <a:srgbClr val="3F3F3F"/>
                </a:solidFill>
              </a:rPr>
              <a:t>запустить </a:t>
            </a:r>
            <a:r>
              <a:rPr lang="ru-RU" sz="3000" b="0" i="0" dirty="0" err="1">
                <a:solidFill>
                  <a:srgbClr val="3F3F3F"/>
                </a:solidFill>
                <a:effectLst/>
              </a:rPr>
              <a:t>TastyAI</a:t>
            </a:r>
            <a:r>
              <a:rPr lang="ru-RU" sz="3000" b="0" i="0" dirty="0">
                <a:solidFill>
                  <a:srgbClr val="3F3F3F"/>
                </a:solidFill>
                <a:effectLst/>
              </a:rPr>
              <a:t> </a:t>
            </a:r>
            <a:r>
              <a:rPr lang="ru-RU" sz="3000" dirty="0">
                <a:solidFill>
                  <a:srgbClr val="3F3F3F"/>
                </a:solidFill>
              </a:rPr>
              <a:t>на </a:t>
            </a:r>
            <a:r>
              <a:rPr lang="ru-RU" sz="3000" b="0" i="0" dirty="0">
                <a:solidFill>
                  <a:srgbClr val="3F3F3F"/>
                </a:solidFill>
                <a:effectLst/>
              </a:rPr>
              <a:t>сервере со своим доменом, чтобы сделать его доступным для еще большего числа пользователей.</a:t>
            </a:r>
          </a:p>
          <a:p>
            <a:pPr algn="l"/>
            <a:r>
              <a:rPr lang="ru-RU" sz="3000" dirty="0">
                <a:solidFill>
                  <a:srgbClr val="3F3F3F"/>
                </a:solidFill>
              </a:rPr>
              <a:t>В том числе будут учителя и их ученики.</a:t>
            </a:r>
          </a:p>
          <a:p>
            <a:pPr algn="l"/>
            <a:r>
              <a:rPr lang="ru-RU" sz="3000" b="0" i="0" dirty="0">
                <a:solidFill>
                  <a:srgbClr val="3F3F3F"/>
                </a:solidFill>
                <a:effectLst/>
              </a:rPr>
              <a:t>Учителям к примеру это поможет изучить уровень знаний детей и их слабые стороны, а также тратить меньше времени на проверку и создание тестов.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CE56B79-4693-48DC-AD76-E497E1F4684E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70" r="22870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Нижний колонтитул 1">
            <a:extLst>
              <a:ext uri="{FF2B5EF4-FFF2-40B4-BE49-F238E27FC236}">
                <a16:creationId xmlns:a16="http://schemas.microsoft.com/office/drawing/2014/main" id="{071CF5FE-712B-42D7-9C76-355ACCCA140D}"/>
              </a:ext>
            </a:extLst>
          </p:cNvPr>
          <p:cNvSpPr txBox="1">
            <a:spLocks/>
          </p:cNvSpPr>
          <p:nvPr/>
        </p:nvSpPr>
        <p:spPr>
          <a:xfrm>
            <a:off x="30480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/>
              <a:t>tastyai-onlinetests.space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41966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13D1309-5330-4598-97FC-69345EEB189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905026" y="6338017"/>
            <a:ext cx="740227" cy="365125"/>
          </a:xfrm>
        </p:spPr>
        <p:txBody>
          <a:bodyPr/>
          <a:lstStyle/>
          <a:p>
            <a:pPr rtl="0"/>
            <a:fld id="{8699F50C-BE38-4BD0-BA84-9B090E1F2B9B}" type="slidenum">
              <a:rPr lang="ru-RU" noProof="0" smtClean="0"/>
              <a:t>5</a:t>
            </a:fld>
            <a:endParaRPr lang="ru-RU" noProof="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056112C-CEC6-4B47-83E7-7FB5130C0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2" y="298440"/>
            <a:ext cx="8333222" cy="777090"/>
          </a:xfrm>
        </p:spPr>
        <p:txBody>
          <a:bodyPr/>
          <a:lstStyle/>
          <a:p>
            <a:r>
              <a:rPr lang="ru-RU" dirty="0"/>
              <a:t>Изображения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3B9B83-C038-491C-B8B1-EFD27F3F25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526" t="4303" r="19072"/>
          <a:stretch/>
        </p:blipFill>
        <p:spPr>
          <a:xfrm>
            <a:off x="6096000" y="0"/>
            <a:ext cx="6077065" cy="346353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FC8B641-984B-45A3-B475-65CBEB461E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814" t="4303" r="17783"/>
          <a:stretch/>
        </p:blipFill>
        <p:spPr>
          <a:xfrm>
            <a:off x="5601098" y="3075373"/>
            <a:ext cx="4609074" cy="346353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9763733-DDD1-4997-9E65-56ECD14E42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470" t="16943" r="36990"/>
          <a:stretch/>
        </p:blipFill>
        <p:spPr>
          <a:xfrm>
            <a:off x="9618820" y="3260212"/>
            <a:ext cx="2554245" cy="2721487"/>
          </a:xfrm>
          <a:prstGeom prst="rect">
            <a:avLst/>
          </a:prstGeom>
        </p:spPr>
      </p:pic>
      <p:sp>
        <p:nvSpPr>
          <p:cNvPr id="9" name="Нижний колонтитул 1">
            <a:extLst>
              <a:ext uri="{FF2B5EF4-FFF2-40B4-BE49-F238E27FC236}">
                <a16:creationId xmlns:a16="http://schemas.microsoft.com/office/drawing/2014/main" id="{0341F986-0E76-44C8-8C6A-DFA469C75652}"/>
              </a:ext>
            </a:extLst>
          </p:cNvPr>
          <p:cNvSpPr txBox="1">
            <a:spLocks/>
          </p:cNvSpPr>
          <p:nvPr/>
        </p:nvSpPr>
        <p:spPr>
          <a:xfrm>
            <a:off x="30480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/>
              <a:t>tastyai-onlinetests.space</a:t>
            </a:r>
            <a:endParaRPr lang="ru-RU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7A2D71C-DAEB-4B15-947E-59A6608C41A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897" r="19265" b="6063"/>
          <a:stretch/>
        </p:blipFill>
        <p:spPr>
          <a:xfrm>
            <a:off x="97217" y="1343225"/>
            <a:ext cx="6000262" cy="450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343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C005ADF4-1560-4D9E-A38C-FEAC98678F12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1860603782"/>
              </p:ext>
            </p:extLst>
          </p:nvPr>
        </p:nvGraphicFramePr>
        <p:xfrm>
          <a:off x="599282" y="1936433"/>
          <a:ext cx="10993436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6718">
                  <a:extLst>
                    <a:ext uri="{9D8B030D-6E8A-4147-A177-3AD203B41FA5}">
                      <a16:colId xmlns:a16="http://schemas.microsoft.com/office/drawing/2014/main" val="2888054112"/>
                    </a:ext>
                  </a:extLst>
                </a:gridCol>
                <a:gridCol w="5496718">
                  <a:extLst>
                    <a:ext uri="{9D8B030D-6E8A-4147-A177-3AD203B41FA5}">
                      <a16:colId xmlns:a16="http://schemas.microsoft.com/office/drawing/2014/main" val="33025464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/>
                        <a:t>Технологии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060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Flask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Обработка </a:t>
                      </a:r>
                      <a:r>
                        <a:rPr lang="en-US" sz="2400" dirty="0" err="1"/>
                        <a:t>api</a:t>
                      </a:r>
                      <a:r>
                        <a:rPr lang="en-US" sz="2400" dirty="0"/>
                        <a:t> </a:t>
                      </a:r>
                      <a:r>
                        <a:rPr lang="ru-RU" sz="2400" dirty="0"/>
                        <a:t>запросов, открытие страниц, управление данными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991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SQLAlchemy</a:t>
                      </a:r>
                      <a:r>
                        <a:rPr lang="en-US" sz="2400" dirty="0"/>
                        <a:t>, SQLite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Хранение данных и управление их структурой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651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HTML5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Стили, разметка </a:t>
                      </a:r>
                      <a:r>
                        <a:rPr lang="en-US" sz="2400" dirty="0"/>
                        <a:t>html </a:t>
                      </a:r>
                      <a:r>
                        <a:rPr lang="ru-RU" sz="2400" dirty="0"/>
                        <a:t>страниц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293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Bootstrap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Ещё стили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06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JavaScript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Обработка действий пользователя и связь их с бэкендом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677523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6A39D0-F003-4E6F-8818-EB076D8B4C8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ru-RU" noProof="0" smtClean="0"/>
              <a:t>6</a:t>
            </a:fld>
            <a:endParaRPr lang="ru-RU" noProof="0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BE1943C-F446-4F97-A33D-35A3B1CED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Технологии</a:t>
            </a:r>
          </a:p>
        </p:txBody>
      </p:sp>
      <p:sp>
        <p:nvSpPr>
          <p:cNvPr id="9" name="Нижний колонтитул 1">
            <a:extLst>
              <a:ext uri="{FF2B5EF4-FFF2-40B4-BE49-F238E27FC236}">
                <a16:creationId xmlns:a16="http://schemas.microsoft.com/office/drawing/2014/main" id="{EBBDFCF8-4AC6-4A7C-8F75-AB0B01C53AC1}"/>
              </a:ext>
            </a:extLst>
          </p:cNvPr>
          <p:cNvSpPr txBox="1">
            <a:spLocks/>
          </p:cNvSpPr>
          <p:nvPr/>
        </p:nvSpPr>
        <p:spPr>
          <a:xfrm>
            <a:off x="30480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/>
              <a:t>tastyai-onlinetests.space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053839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F03181-EB1D-494B-B4E7-0979B38086D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rtl="0"/>
            <a:fld id="{8699F50C-BE38-4BD0-BA84-9B090E1F2B9B}" type="slidenum">
              <a:rPr lang="ru-RU" noProof="0" smtClean="0"/>
              <a:t>7</a:t>
            </a:fld>
            <a:endParaRPr lang="ru-RU" noProof="0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2E5B7339-8A5E-4C19-936F-F63381E68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2" y="209028"/>
            <a:ext cx="3203362" cy="1763207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Структура базы данных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78318C6-D4F8-4539-9ADE-601E12D82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164" y="75405"/>
            <a:ext cx="8583973" cy="6707190"/>
          </a:xfrm>
          <a:prstGeom prst="rect">
            <a:avLst/>
          </a:prstGeom>
        </p:spPr>
      </p:pic>
      <p:sp>
        <p:nvSpPr>
          <p:cNvPr id="9" name="Нижний колонтитул 1">
            <a:extLst>
              <a:ext uri="{FF2B5EF4-FFF2-40B4-BE49-F238E27FC236}">
                <a16:creationId xmlns:a16="http://schemas.microsoft.com/office/drawing/2014/main" id="{D16D92F1-9D5C-4485-898C-02642046C79E}"/>
              </a:ext>
            </a:extLst>
          </p:cNvPr>
          <p:cNvSpPr txBox="1">
            <a:spLocks/>
          </p:cNvSpPr>
          <p:nvPr/>
        </p:nvSpPr>
        <p:spPr>
          <a:xfrm>
            <a:off x="30480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/>
              <a:t>tastyai-onlinetests.space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73299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 title="Изображение здания">
            <a:extLst>
              <a:ext uri="{FF2B5EF4-FFF2-40B4-BE49-F238E27FC236}">
                <a16:creationId xmlns:a16="http://schemas.microsoft.com/office/drawing/2014/main" id="{257F6BCE-75BB-4ECD-BEA5-21C36A9CC0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0784" r="20784"/>
          <a:stretch>
            <a:fillRect/>
          </a:stretch>
        </p:blipFill>
        <p:spPr/>
      </p:pic>
      <p:sp>
        <p:nvSpPr>
          <p:cNvPr id="18" name="Шестиугольник 17" descr="Сплошной темный шестиугольник в центре изображения">
            <a:extLst>
              <a:ext uri="{FF2B5EF4-FFF2-40B4-BE49-F238E27FC236}">
                <a16:creationId xmlns:a16="http://schemas.microsoft.com/office/drawing/2014/main" id="{0E6B042D-E9CB-40E0-AAE9-6AD11F53E044}"/>
              </a:ext>
            </a:extLst>
          </p:cNvPr>
          <p:cNvSpPr/>
          <p:nvPr/>
        </p:nvSpPr>
        <p:spPr>
          <a:xfrm rot="16200000">
            <a:off x="2691160" y="1443316"/>
            <a:ext cx="2412998" cy="3971364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38ACE-163E-40EB-A458-E794C67EA2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ru-RU" dirty="0"/>
              <a:t>Спасибо 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C9205DF-8F5E-49F7-B00E-6F58293F5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214" y="3640997"/>
            <a:ext cx="5027892" cy="1415097"/>
          </a:xfrm>
        </p:spPr>
        <p:txBody>
          <a:bodyPr rtlCol="0"/>
          <a:lstStyle/>
          <a:p>
            <a:pPr rtl="0"/>
            <a:r>
              <a:rPr lang="ru-RU" dirty="0"/>
              <a:t>«Проект </a:t>
            </a:r>
            <a:r>
              <a:rPr lang="ru-RU" dirty="0" err="1"/>
              <a:t>WebServer</a:t>
            </a:r>
            <a:r>
              <a:rPr lang="ru-RU" dirty="0"/>
              <a:t> + API» для курса Промышленное программирование в Яндекс Лицее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3E03F7-9CF7-4916-96EA-005887F9C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2750" y="2937503"/>
            <a:ext cx="3529818" cy="9829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CF8AA2-6A3D-4FCE-A897-EBA6737637DA}"/>
              </a:ext>
            </a:extLst>
          </p:cNvPr>
          <p:cNvSpPr txBox="1"/>
          <p:nvPr/>
        </p:nvSpPr>
        <p:spPr>
          <a:xfrm>
            <a:off x="6375214" y="5074755"/>
            <a:ext cx="4697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Минибаев Артём, </a:t>
            </a:r>
            <a:r>
              <a:rPr lang="ru-RU"/>
              <a:t>Савицкий Тимофей</a:t>
            </a:r>
          </a:p>
          <a:p>
            <a:r>
              <a:rPr lang="ru-RU" dirty="0"/>
              <a:t>г. Нижневартовск, МБОУ «Лицей №2» 9 класс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3AA665-AB4A-4035-9A75-5C42E411D7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8106" y="860944"/>
            <a:ext cx="1905000" cy="1905000"/>
          </a:xfrm>
          <a:prstGeom prst="rect">
            <a:avLst/>
          </a:prstGeom>
        </p:spPr>
      </p:pic>
      <p:sp>
        <p:nvSpPr>
          <p:cNvPr id="10" name="Нижний колонтитул 1">
            <a:extLst>
              <a:ext uri="{FF2B5EF4-FFF2-40B4-BE49-F238E27FC236}">
                <a16:creationId xmlns:a16="http://schemas.microsoft.com/office/drawing/2014/main" id="{860EDE64-F1A7-4D81-B2D8-1BC0D400EC78}"/>
              </a:ext>
            </a:extLst>
          </p:cNvPr>
          <p:cNvSpPr txBox="1">
            <a:spLocks/>
          </p:cNvSpPr>
          <p:nvPr/>
        </p:nvSpPr>
        <p:spPr>
          <a:xfrm>
            <a:off x="6957920" y="860945"/>
            <a:ext cx="2540186" cy="288748"/>
          </a:xfrm>
          <a:prstGeom prst="rect">
            <a:avLst/>
          </a:prstGeom>
        </p:spPr>
        <p:txBody>
          <a:bodyPr/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tastyai-onlinetests.space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18390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951641_Hexagon presentation light_AAS_v4" id="{358289A0-A26B-433F-AD2B-1F8832C96153}" vid="{92CDC91D-95BF-4897-87D6-494563DF797D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7f9b5e87859ce6d7eedbdc6e4e4205c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5e0075ee7624d6a846e01eb6183742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89220B3-790D-4FDF-A046-BB08A9FCEE9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D8C7978F-257A-4BE0-A03A-F72747BCF3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B57EF8E-3088-4B8D-AE89-9AA6B62E96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TF00951641</Template>
  <TotalTime>0</TotalTime>
  <Words>309</Words>
  <Application>Microsoft Office PowerPoint</Application>
  <PresentationFormat>Широкоэкранный</PresentationFormat>
  <Paragraphs>51</Paragraphs>
  <Slides>8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Gill Sans SemiBold</vt:lpstr>
      <vt:lpstr>Times New Roman</vt:lpstr>
      <vt:lpstr>Тема Office</vt:lpstr>
      <vt:lpstr>TastyAI – онлайн тесты с ИИ</vt:lpstr>
      <vt:lpstr>TastyAI – онлайн тесты с ИИ</vt:lpstr>
      <vt:lpstr>Упрощение жизни</vt:lpstr>
      <vt:lpstr>Пользователи</vt:lpstr>
      <vt:lpstr>Изображения</vt:lpstr>
      <vt:lpstr>Технологии</vt:lpstr>
      <vt:lpstr>Структура базы данных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2019-06-16T18:33:06Z</dcterms:created>
  <dcterms:modified xsi:type="dcterms:W3CDTF">2026-05-14T12:56:03Z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v-abdarl@microsoft.com</vt:lpwstr>
  </property>
  <property fmtid="{D5CDD505-2E9C-101B-9397-08002B2CF9AE}" pid="6" name="MSIP_Label_f42aa342-8706-4288-bd11-ebb85995028c_SetDate">
    <vt:lpwstr>2019-09-17T00:22:56.7659324Z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ActionId">
    <vt:lpwstr>6013971f-27a3-458d-bf5e-621050f896fd</vt:lpwstr>
  </property>
  <property fmtid="{D5CDD505-2E9C-101B-9397-08002B2CF9AE}" pid="10" name="MSIP_Label_f42aa342-8706-4288-bd11-ebb85995028c_Extended_MSFT_Method">
    <vt:lpwstr>Automatic</vt:lpwstr>
  </property>
  <property fmtid="{D5CDD505-2E9C-101B-9397-08002B2CF9AE}" pid="11" name="Sensitivity">
    <vt:lpwstr>General</vt:lpwstr>
  </property>
</Properties>
</file>