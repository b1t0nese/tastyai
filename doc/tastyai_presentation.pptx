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6" r:id="rId5"/>
    <p:sldId id="270" r:id="rId6"/>
    <p:sldId id="276" r:id="rId7"/>
    <p:sldId id="277" r:id="rId8"/>
    <p:sldId id="273" r:id="rId9"/>
    <p:sldId id="275" r:id="rId10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pos="597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F3F3F"/>
    <a:srgbClr val="F2F2F2"/>
    <a:srgbClr val="014067"/>
    <a:srgbClr val="014E7D"/>
    <a:srgbClr val="013657"/>
    <a:srgbClr val="01456F"/>
    <a:srgbClr val="014B79"/>
    <a:srgbClr val="0937C9"/>
    <a:srgbClr val="002774"/>
    <a:srgbClr val="929A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653" autoAdjust="0"/>
    <p:restoredTop sz="95249" autoAdjust="0"/>
  </p:normalViewPr>
  <p:slideViewPr>
    <p:cSldViewPr snapToGrid="0" showGuides="1">
      <p:cViewPr>
        <p:scale>
          <a:sx n="100" d="100"/>
          <a:sy n="100" d="100"/>
        </p:scale>
        <p:origin x="378" y="372"/>
      </p:cViewPr>
      <p:guideLst>
        <p:guide pos="3840"/>
        <p:guide pos="597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8" d="100"/>
          <a:sy n="88" d="100"/>
        </p:scale>
        <p:origin x="382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E8BEDA40-91A9-49DC-B402-0EBE674AAE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8CBB508-5589-42E7-A433-D119AC0FFB7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44019DA-0277-4D42-8F8F-25376A1D1F89}" type="datetime1">
              <a:rPr lang="ru-RU" smtClean="0"/>
              <a:t>07.05.2026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9232ABA-B33A-4B3B-8412-C1773FBF3D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 4">
            <a:extLst>
              <a:ext uri="{FF2B5EF4-FFF2-40B4-BE49-F238E27FC236}">
                <a16:creationId xmlns:a16="http://schemas.microsoft.com/office/drawing/2014/main" id="{BAB1832E-3B48-42CB-80A7-CD8E48D52DD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1072A3-100F-40A9-915F-8D2D9E6962D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1353712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DE31B-A03F-4E9D-89BE-E86BF93D05F0}" type="datetime1">
              <a:rPr lang="ru-RU" smtClean="0"/>
              <a:pPr/>
              <a:t>07.05.2026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 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 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9230CFA-805A-4FD3-B3A0-DAAA5993DA17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798927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8307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79230CFA-805A-4FD3-B3A0-DAAA5993DA17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081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с изображение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ый треугольник 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Рисунок 24">
            <a:extLst>
              <a:ext uri="{FF2B5EF4-FFF2-40B4-BE49-F238E27FC236}">
                <a16:creationId xmlns:a16="http://schemas.microsoft.com/office/drawing/2014/main" id="{73B47EE6-EDE6-4881-B456-B37D9C1A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83398" y="860944"/>
            <a:ext cx="4428523" cy="5137089"/>
          </a:xfrm>
          <a:prstGeom prst="rect">
            <a:avLst/>
          </a:pr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75721" y="2006084"/>
            <a:ext cx="4853573" cy="1616252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3" name="Подзаголовок 2" title="Подзаголовок">
            <a:extLst>
              <a:ext uri="{FF2B5EF4-FFF2-40B4-BE49-F238E27FC236}">
                <a16:creationId xmlns:a16="http://schemas.microsoft.com/office/drawing/2014/main" id="{06317687-D49E-41F7-A330-C78C728F0D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75214" y="3640998"/>
            <a:ext cx="4854339" cy="1257574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sz="24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dirty="0"/>
              <a:t>ЩЕЛКНИТЕ, ЧТОБЫ ИЗМЕНИТЬ ПОДЗАГОЛОВОК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00450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7537" userDrawn="1">
          <p15:clr>
            <a:srgbClr val="FBAE40"/>
          </p15:clr>
        </p15:guide>
        <p15:guide id="3" pos="138" userDrawn="1">
          <p15:clr>
            <a:srgbClr val="FBAE40"/>
          </p15:clr>
        </p15:guide>
        <p15:guide id="4" orient="horz" pos="4178" userDrawn="1">
          <p15:clr>
            <a:srgbClr val="FBAE40"/>
          </p15:clr>
        </p15:guide>
        <p15:guide id="5" orient="horz" pos="142" userDrawn="1">
          <p15:clr>
            <a:srgbClr val="FBAE40"/>
          </p15:clr>
        </p15:guide>
        <p15:guide id="6" pos="2457" userDrawn="1">
          <p15:clr>
            <a:srgbClr val="FBAE40"/>
          </p15:clr>
        </p15:guide>
        <p15:guide id="7" pos="4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 с изображение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ый треугольник 18">
            <a:extLst>
              <a:ext uri="{FF2B5EF4-FFF2-40B4-BE49-F238E27FC236}">
                <a16:creationId xmlns:a16="http://schemas.microsoft.com/office/drawing/2014/main" id="{71D0E8AA-902F-440D-9C55-2A391C22396A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Параллелограмм 16">
            <a:extLst>
              <a:ext uri="{FF2B5EF4-FFF2-40B4-BE49-F238E27FC236}">
                <a16:creationId xmlns:a16="http://schemas.microsoft.com/office/drawing/2014/main" id="{7D937721-835D-4D84-94A3-6C79D4639514}"/>
              </a:ext>
            </a:extLst>
          </p:cNvPr>
          <p:cNvSpPr/>
          <p:nvPr userDrawn="1"/>
        </p:nvSpPr>
        <p:spPr>
          <a:xfrm rot="19958790">
            <a:off x="-637324" y="3588176"/>
            <a:ext cx="3860162" cy="1746952"/>
          </a:xfrm>
          <a:prstGeom prst="parallelogram">
            <a:avLst>
              <a:gd name="adj" fmla="val 5321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732BB30B-8262-4715-998F-AAF6A81ADFD3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10090"/>
            <a:ext cx="1785257" cy="907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Заголовок 1" title="Название">
            <a:extLst>
              <a:ext uri="{FF2B5EF4-FFF2-40B4-BE49-F238E27FC236}">
                <a16:creationId xmlns:a16="http://schemas.microsoft.com/office/drawing/2014/main" id="{4D7EF399-DAA5-44EC-B712-79C755FE8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842" y="1987420"/>
            <a:ext cx="4911633" cy="1789855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000" b="1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101" name="Текст 2" title="Подзаголовок">
            <a:extLst>
              <a:ext uri="{FF2B5EF4-FFF2-40B4-BE49-F238E27FC236}">
                <a16:creationId xmlns:a16="http://schemas.microsoft.com/office/drawing/2014/main" id="{26D13BFA-61B0-402F-8611-02D3DFDBEB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83842" y="3792046"/>
            <a:ext cx="4911633" cy="910580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sz="20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 dirty="0"/>
              <a:t>ИЗМЕНИТЬ ОБРАЗЕЦ ТЕКСТА</a:t>
            </a: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DA0A0C24-D997-4E78-951F-AFB51C70EFC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араллелограмм 24">
            <a:extLst>
              <a:ext uri="{FF2B5EF4-FFF2-40B4-BE49-F238E27FC236}">
                <a16:creationId xmlns:a16="http://schemas.microsoft.com/office/drawing/2014/main" id="{E123A0CF-50D6-46EC-8BF6-43E38AFCD588}"/>
              </a:ext>
            </a:extLst>
          </p:cNvPr>
          <p:cNvSpPr/>
          <p:nvPr userDrawn="1"/>
        </p:nvSpPr>
        <p:spPr>
          <a:xfrm>
            <a:off x="7754112" y="0"/>
            <a:ext cx="2258568" cy="742819"/>
          </a:xfrm>
          <a:prstGeom prst="parallelogram">
            <a:avLst>
              <a:gd name="adj" fmla="val 19585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ru-RU" noProof="0" dirty="0"/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2B2F1D2E-B631-4CB1-9448-2B50F8C4631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408562"/>
            <a:ext cx="6595353" cy="34031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Рисунок 26">
            <a:extLst>
              <a:ext uri="{FF2B5EF4-FFF2-40B4-BE49-F238E27FC236}">
                <a16:creationId xmlns:a16="http://schemas.microsoft.com/office/drawing/2014/main" id="{95572AA9-EFAE-4771-B1EE-47E3611737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83398" y="860944"/>
            <a:ext cx="4428523" cy="5137089"/>
          </a:xfrm>
          <a:prstGeom prst="rect">
            <a:avLst/>
          </a:pr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5CF69447-82AD-475F-A3AE-3D7FF61DBFE2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5266944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Параллелограмм 23">
            <a:extLst>
              <a:ext uri="{FF2B5EF4-FFF2-40B4-BE49-F238E27FC236}">
                <a16:creationId xmlns:a16="http://schemas.microsoft.com/office/drawing/2014/main" id="{FC8C82F3-94EE-4B4F-A01D-993A41BC00B1}"/>
              </a:ext>
            </a:extLst>
          </p:cNvPr>
          <p:cNvSpPr/>
          <p:nvPr userDrawn="1"/>
        </p:nvSpPr>
        <p:spPr>
          <a:xfrm rot="19958790">
            <a:off x="-139035" y="3407045"/>
            <a:ext cx="1438399" cy="236580"/>
          </a:xfrm>
          <a:prstGeom prst="parallelogram">
            <a:avLst>
              <a:gd name="adj" fmla="val 5321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23998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pos="143" userDrawn="1">
          <p15:clr>
            <a:srgbClr val="FBAE40"/>
          </p15:clr>
        </p15:guide>
        <p15:guide id="4" orient="horz" pos="4170" userDrawn="1">
          <p15:clr>
            <a:srgbClr val="FBAE40"/>
          </p15:clr>
        </p15:guide>
        <p15:guide id="5" pos="7537" userDrawn="1">
          <p15:clr>
            <a:srgbClr val="FBAE40"/>
          </p15:clr>
        </p15:guide>
        <p15:guide id="6" orient="horz" pos="14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метка текста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 title="Пункты маркированного списка">
            <a:extLst>
              <a:ext uri="{FF2B5EF4-FFF2-40B4-BE49-F238E27FC236}">
                <a16:creationId xmlns:a16="http://schemas.microsoft.com/office/drawing/2014/main" id="{BFD7EA17-BE66-4636-9684-F93562587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378" y="3196915"/>
            <a:ext cx="4942829" cy="2958275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buClr>
                <a:schemeClr val="accent2"/>
              </a:buClr>
              <a:defRPr sz="24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0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24" name="Прямоугольный треугольник 23">
            <a:extLst>
              <a:ext uri="{FF2B5EF4-FFF2-40B4-BE49-F238E27FC236}">
                <a16:creationId xmlns:a16="http://schemas.microsoft.com/office/drawing/2014/main" id="{BD6ACE60-499D-41AB-89C4-D537D7C3D22A}"/>
              </a:ext>
            </a:extLst>
          </p:cNvPr>
          <p:cNvSpPr/>
          <p:nvPr userDrawn="1"/>
        </p:nvSpPr>
        <p:spPr>
          <a:xfrm flipH="1" flipV="1">
            <a:off x="1839686" y="-6"/>
            <a:ext cx="10352314" cy="5638806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Рисунок 14">
            <a:extLst>
              <a:ext uri="{FF2B5EF4-FFF2-40B4-BE49-F238E27FC236}">
                <a16:creationId xmlns:a16="http://schemas.microsoft.com/office/drawing/2014/main" id="{FE1FADFB-0A3D-40F7-9B40-368DECD971E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75400" y="0"/>
            <a:ext cx="5816600" cy="6858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411C731-2333-41B0-927A-0A48EEC79964}"/>
              </a:ext>
            </a:extLst>
          </p:cNvPr>
          <p:cNvCxnSpPr>
            <a:cxnSpLocks/>
          </p:cNvCxnSpPr>
          <p:nvPr userDrawn="1"/>
        </p:nvCxnSpPr>
        <p:spPr>
          <a:xfrm flipV="1">
            <a:off x="6375400" y="5047077"/>
            <a:ext cx="1524574" cy="1803400"/>
          </a:xfrm>
          <a:prstGeom prst="line">
            <a:avLst/>
          </a:prstGeom>
          <a:ln>
            <a:solidFill>
              <a:srgbClr val="EAB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Текст 4" title="Подзаголовок">
            <a:extLst>
              <a:ext uri="{FF2B5EF4-FFF2-40B4-BE49-F238E27FC236}">
                <a16:creationId xmlns:a16="http://schemas.microsoft.com/office/drawing/2014/main" id="{D71EE635-EA0C-4139-8160-AE1EAD13AAE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31379" y="2563477"/>
            <a:ext cx="7342631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2" name="Заголовок 1" title="Название ">
            <a:extLst>
              <a:ext uri="{FF2B5EF4-FFF2-40B4-BE49-F238E27FC236}">
                <a16:creationId xmlns:a16="http://schemas.microsoft.com/office/drawing/2014/main" id="{20237B57-91C6-4F8B-8AA0-18FA50B0FD1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31378" y="1308484"/>
            <a:ext cx="7342622" cy="121556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</a:t>
            </a:r>
            <a:br>
              <a:rPr lang="ru-RU" noProof="0" dirty="0"/>
            </a:br>
            <a:r>
              <a:rPr lang="ru-RU" noProof="0" dirty="0"/>
              <a:t>Стиль образца заголовка 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ADB14A5-A767-774C-85B8-68EF914689F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B9B51B-EAA9-4B4D-A4F6-470CD95DAA7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422305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41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метка текста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Прямоугольный треугольник 34">
            <a:extLst>
              <a:ext uri="{FF2B5EF4-FFF2-40B4-BE49-F238E27FC236}">
                <a16:creationId xmlns:a16="http://schemas.microsoft.com/office/drawing/2014/main" id="{805F1696-7D6B-4055-94C3-E4C179F63596}"/>
              </a:ext>
            </a:extLst>
          </p:cNvPr>
          <p:cNvSpPr/>
          <p:nvPr userDrawn="1"/>
        </p:nvSpPr>
        <p:spPr>
          <a:xfrm flipH="1" flipV="1">
            <a:off x="1839686" y="-6"/>
            <a:ext cx="10352314" cy="5638806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8" name="Рисунок 17">
            <a:extLst>
              <a:ext uri="{FF2B5EF4-FFF2-40B4-BE49-F238E27FC236}">
                <a16:creationId xmlns:a16="http://schemas.microsoft.com/office/drawing/2014/main" id="{8B9EC3A9-7039-403A-9414-429521308A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99201" y="1308100"/>
            <a:ext cx="5892798" cy="554989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Ins="365760" rtlCol="0" anchor="ctr">
            <a:noAutofit/>
          </a:bodyPr>
          <a:lstStyle>
            <a:lvl1pPr marL="0" indent="0" algn="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  <p:sp>
        <p:nvSpPr>
          <p:cNvPr id="3" name="Объект 2" title="Пункты маркированного списка">
            <a:extLst>
              <a:ext uri="{FF2B5EF4-FFF2-40B4-BE49-F238E27FC236}">
                <a16:creationId xmlns:a16="http://schemas.microsoft.com/office/drawing/2014/main" id="{BFD7EA17-BE66-4636-9684-F935625879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378" y="3196915"/>
            <a:ext cx="4942829" cy="2958275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buClr>
                <a:schemeClr val="accent2"/>
              </a:buClr>
              <a:defRPr sz="2400"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 sz="2000"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 sz="1800"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25" name="Параллелограмм 24">
            <a:extLst>
              <a:ext uri="{FF2B5EF4-FFF2-40B4-BE49-F238E27FC236}">
                <a16:creationId xmlns:a16="http://schemas.microsoft.com/office/drawing/2014/main" id="{18C08F43-D42B-4CF1-912F-BC83D72AB415}"/>
              </a:ext>
            </a:extLst>
          </p:cNvPr>
          <p:cNvSpPr/>
          <p:nvPr userDrawn="1"/>
        </p:nvSpPr>
        <p:spPr>
          <a:xfrm flipH="1">
            <a:off x="2978150" y="-5"/>
            <a:ext cx="4121150" cy="1308105"/>
          </a:xfrm>
          <a:prstGeom prst="parallelogram">
            <a:avLst>
              <a:gd name="adj" fmla="val 18638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ru-RU" noProof="0" dirty="0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411C731-2333-41B0-927A-0A48EEC7996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352314" y="1185452"/>
            <a:ext cx="1839685" cy="163394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Текст 4" title="Подзаголовок">
            <a:extLst>
              <a:ext uri="{FF2B5EF4-FFF2-40B4-BE49-F238E27FC236}">
                <a16:creationId xmlns:a16="http://schemas.microsoft.com/office/drawing/2014/main" id="{D71EE635-EA0C-4139-8160-AE1EAD13AAE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31379" y="2563477"/>
            <a:ext cx="7342621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19" name="Заголовок 1" title="Название ">
            <a:extLst>
              <a:ext uri="{FF2B5EF4-FFF2-40B4-BE49-F238E27FC236}">
                <a16:creationId xmlns:a16="http://schemas.microsoft.com/office/drawing/2014/main" id="{2DB9D671-9FC8-4306-96B7-D9D585694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1378" y="1308484"/>
            <a:ext cx="7342622" cy="121556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</a:t>
            </a:r>
            <a:br>
              <a:rPr lang="ru-RU" noProof="0" dirty="0"/>
            </a:br>
            <a:r>
              <a:rPr lang="ru-RU" noProof="0" dirty="0"/>
              <a:t>Стиль образца заголовка </a:t>
            </a:r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6E55A0B9-F639-8643-9C4D-B93B8EE21A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C29282-8AC7-494D-9A8E-A26C7F69948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42831109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415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 с под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Диагональная полоса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17" name="Текст 2">
            <a:extLst>
              <a:ext uri="{FF2B5EF4-FFF2-40B4-BE49-F238E27FC236}">
                <a16:creationId xmlns:a16="http://schemas.microsoft.com/office/drawing/2014/main" id="{B2E19FBD-2379-4B3B-910D-F51E007CB63F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20698" y="2104888"/>
            <a:ext cx="5475290" cy="781188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18" name="Объект 3" title="Пункты маркированного списка">
            <a:extLst>
              <a:ext uri="{FF2B5EF4-FFF2-40B4-BE49-F238E27FC236}">
                <a16:creationId xmlns:a16="http://schemas.microsoft.com/office/drawing/2014/main" id="{8715E757-6584-4841-8154-C92E70E0CD6B}"/>
              </a:ext>
            </a:extLst>
          </p:cNvPr>
          <p:cNvSpPr>
            <a:spLocks noGrp="1"/>
          </p:cNvSpPr>
          <p:nvPr userDrawn="1">
            <p:ph sz="half" idx="13"/>
          </p:nvPr>
        </p:nvSpPr>
        <p:spPr>
          <a:xfrm>
            <a:off x="520698" y="2886076"/>
            <a:ext cx="5475290" cy="3232149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IN" dirty="0">
                <a:solidFill>
                  <a:schemeClr val="tx1"/>
                </a:solidFill>
              </a:defRPr>
            </a:lvl5pPr>
          </a:lstStyle>
          <a:p>
            <a:pPr lvl="0" rtl="0">
              <a:buClr>
                <a:schemeClr val="accent2"/>
              </a:buClr>
            </a:pPr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>
              <a:buClr>
                <a:schemeClr val="accent2"/>
              </a:buClr>
            </a:pPr>
            <a:r>
              <a:rPr lang="ru-RU" noProof="0" dirty="0"/>
              <a:t>Второй уровень</a:t>
            </a:r>
          </a:p>
          <a:p>
            <a:pPr lvl="2" rtl="0">
              <a:buClr>
                <a:schemeClr val="accent2"/>
              </a:buClr>
            </a:pPr>
            <a:r>
              <a:rPr lang="ru-RU" noProof="0" dirty="0"/>
              <a:t>Третий уровень</a:t>
            </a:r>
          </a:p>
          <a:p>
            <a:pPr lvl="3" rtl="0">
              <a:buClr>
                <a:schemeClr val="accent2"/>
              </a:buClr>
            </a:pPr>
            <a:r>
              <a:rPr lang="ru-RU" noProof="0" dirty="0"/>
              <a:t>Четвертый уровень</a:t>
            </a:r>
          </a:p>
          <a:p>
            <a:pPr lvl="4" rtl="0">
              <a:buClr>
                <a:schemeClr val="accent2"/>
              </a:buClr>
            </a:pPr>
            <a:r>
              <a:rPr lang="ru-RU" noProof="0" dirty="0"/>
              <a:t>Пятый уровень</a:t>
            </a:r>
          </a:p>
        </p:txBody>
      </p:sp>
      <p:sp>
        <p:nvSpPr>
          <p:cNvPr id="19" name="Текст 4">
            <a:extLst>
              <a:ext uri="{FF2B5EF4-FFF2-40B4-BE49-F238E27FC236}">
                <a16:creationId xmlns:a16="http://schemas.microsoft.com/office/drawing/2014/main" id="{47CDC5A2-8836-4ED3-8E78-18C24853D882}"/>
              </a:ext>
            </a:extLst>
          </p:cNvPr>
          <p:cNvSpPr>
            <a:spLocks noGrp="1"/>
          </p:cNvSpPr>
          <p:nvPr userDrawn="1">
            <p:ph type="body" sz="quarter" idx="14"/>
          </p:nvPr>
        </p:nvSpPr>
        <p:spPr>
          <a:xfrm>
            <a:off x="6186713" y="2104888"/>
            <a:ext cx="5475600" cy="781188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8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20" name="Объект 5" title="Пункты маркированного списка">
            <a:extLst>
              <a:ext uri="{FF2B5EF4-FFF2-40B4-BE49-F238E27FC236}">
                <a16:creationId xmlns:a16="http://schemas.microsoft.com/office/drawing/2014/main" id="{D957FBD7-2C3C-4DD1-954F-DF1E007BE590}"/>
              </a:ext>
            </a:extLst>
          </p:cNvPr>
          <p:cNvSpPr>
            <a:spLocks noGrp="1"/>
          </p:cNvSpPr>
          <p:nvPr userDrawn="1">
            <p:ph sz="quarter" idx="15"/>
          </p:nvPr>
        </p:nvSpPr>
        <p:spPr>
          <a:xfrm>
            <a:off x="6186713" y="2886076"/>
            <a:ext cx="5475600" cy="3232149"/>
          </a:xfrm>
          <a:prstGeom prst="rect">
            <a:avLst/>
          </a:prstGeom>
        </p:spPr>
        <p:txBody>
          <a:bodyPr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IN" dirty="0">
                <a:solidFill>
                  <a:schemeClr val="tx1"/>
                </a:solidFill>
              </a:defRPr>
            </a:lvl5pPr>
          </a:lstStyle>
          <a:p>
            <a:pPr lvl="0" rtl="0">
              <a:buClr>
                <a:schemeClr val="accent2"/>
              </a:buClr>
            </a:pPr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>
              <a:buClr>
                <a:schemeClr val="accent2"/>
              </a:buClr>
            </a:pPr>
            <a:r>
              <a:rPr lang="ru-RU" noProof="0" dirty="0"/>
              <a:t>Второй уровень</a:t>
            </a:r>
          </a:p>
          <a:p>
            <a:pPr lvl="2" rtl="0">
              <a:buClr>
                <a:schemeClr val="accent2"/>
              </a:buClr>
            </a:pPr>
            <a:r>
              <a:rPr lang="ru-RU" noProof="0" dirty="0"/>
              <a:t>Третий уровень</a:t>
            </a:r>
          </a:p>
          <a:p>
            <a:pPr lvl="3" rtl="0">
              <a:buClr>
                <a:schemeClr val="accent2"/>
              </a:buClr>
            </a:pPr>
            <a:r>
              <a:rPr lang="ru-RU" noProof="0" dirty="0"/>
              <a:t>Четвертый уровень</a:t>
            </a:r>
          </a:p>
          <a:p>
            <a:pPr lvl="4" rtl="0">
              <a:buClr>
                <a:schemeClr val="accent2"/>
              </a:buClr>
            </a:pPr>
            <a:r>
              <a:rPr lang="ru-RU" noProof="0" dirty="0"/>
              <a:t>Пятый уровень</a:t>
            </a:r>
          </a:p>
        </p:txBody>
      </p:sp>
      <p:sp>
        <p:nvSpPr>
          <p:cNvPr id="24" name="Текст 4" title="Подзаголовок">
            <a:extLst>
              <a:ext uri="{FF2B5EF4-FFF2-40B4-BE49-F238E27FC236}">
                <a16:creationId xmlns:a16="http://schemas.microsoft.com/office/drawing/2014/main" id="{77DB65FF-A89E-4562-8251-2BB63EFDD28E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520493" y="1376932"/>
            <a:ext cx="7368596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25" name="Надпись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27" name="Заголовок 1" title="Название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</p:spTree>
    <p:extLst>
      <p:ext uri="{BB962C8B-B14F-4D97-AF65-F5344CB8AC3E}">
        <p14:creationId xmlns:p14="http://schemas.microsoft.com/office/powerpoint/2010/main" val="32565402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иаграм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адпись 15">
            <a:extLst>
              <a:ext uri="{FF2B5EF4-FFF2-40B4-BE49-F238E27FC236}">
                <a16:creationId xmlns:a16="http://schemas.microsoft.com/office/drawing/2014/main" id="{A4F49194-9068-41AA-B460-962319BF96A4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5806E656-313A-47B1-B381-D004200F7A01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9" name="Диагональная полоса 28">
              <a:extLst>
                <a:ext uri="{FF2B5EF4-FFF2-40B4-BE49-F238E27FC236}">
                  <a16:creationId xmlns:a16="http://schemas.microsoft.com/office/drawing/2014/main" id="{65F8E2DA-4BB4-4421-9172-A11AF38DFEF4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Прямая соединительная линия 29">
              <a:extLst>
                <a:ext uri="{FF2B5EF4-FFF2-40B4-BE49-F238E27FC236}">
                  <a16:creationId xmlns:a16="http://schemas.microsoft.com/office/drawing/2014/main" id="{6EDB47F2-B6A7-40B4-8A2C-06719F75C08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Параллелограмм 30">
              <a:extLst>
                <a:ext uri="{FF2B5EF4-FFF2-40B4-BE49-F238E27FC236}">
                  <a16:creationId xmlns:a16="http://schemas.microsoft.com/office/drawing/2014/main" id="{B188E7A9-2351-4B68-98B8-10099CB39CD2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3" name="Параллелограмм 32">
            <a:extLst>
              <a:ext uri="{FF2B5EF4-FFF2-40B4-BE49-F238E27FC236}">
                <a16:creationId xmlns:a16="http://schemas.microsoft.com/office/drawing/2014/main" id="{F088C182-BF10-45B2-B159-7702E00D31D4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34" name="Текст 4" title="Подзаголовок">
            <a:extLst>
              <a:ext uri="{FF2B5EF4-FFF2-40B4-BE49-F238E27FC236}">
                <a16:creationId xmlns:a16="http://schemas.microsoft.com/office/drawing/2014/main" id="{FB561B16-2788-452A-B7AF-A482256DCDF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493" y="1376932"/>
            <a:ext cx="7368596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D6990C03-1647-2044-B335-6F5F19E4E5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F03A7CC-E6DC-1544-BE55-15EC1718B7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7" name="Заголовок 1" title="Название ">
            <a:extLst>
              <a:ext uri="{FF2B5EF4-FFF2-40B4-BE49-F238E27FC236}">
                <a16:creationId xmlns:a16="http://schemas.microsoft.com/office/drawing/2014/main" id="{BDEC780E-6412-1344-A62E-6B84E9CCB6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C82AC85-33B6-2B49-8BF4-08414444375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1814" y="2005762"/>
            <a:ext cx="5225764" cy="4083888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400">
                <a:solidFill>
                  <a:schemeClr val="bg1"/>
                </a:solidFill>
              </a:defRPr>
            </a:lvl2pPr>
            <a:lvl3pPr marL="914400" indent="0">
              <a:buNone/>
              <a:defRPr sz="2400">
                <a:solidFill>
                  <a:schemeClr val="bg1"/>
                </a:solidFill>
              </a:defRPr>
            </a:lvl3pPr>
            <a:lvl4pPr marL="1371600" indent="0">
              <a:buNone/>
              <a:defRPr sz="2400">
                <a:solidFill>
                  <a:schemeClr val="bg1"/>
                </a:solidFill>
              </a:defRPr>
            </a:lvl4pPr>
            <a:lvl5pPr marL="1828800" indent="0">
              <a:buNone/>
              <a:defRPr sz="2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ru-RU" noProof="0" dirty="0"/>
              <a:t>Добавьте текст здесь</a:t>
            </a:r>
          </a:p>
        </p:txBody>
      </p:sp>
      <p:sp>
        <p:nvSpPr>
          <p:cNvPr id="20" name="Диаграмма 2" title="Диаграмма">
            <a:extLst>
              <a:ext uri="{FF2B5EF4-FFF2-40B4-BE49-F238E27FC236}">
                <a16:creationId xmlns:a16="http://schemas.microsoft.com/office/drawing/2014/main" id="{0EF0FD2A-B62A-4931-846D-2602DED26606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796114" y="2005762"/>
            <a:ext cx="5719397" cy="4084470"/>
          </a:xfrm>
          <a:prstGeom prst="rect">
            <a:avLst/>
          </a:prstGeom>
        </p:spPr>
        <p:txBody>
          <a:bodyPr vert="horz" lIns="91420" tIns="45710" rIns="91420" bIns="45710" rtlCol="0">
            <a:noAutofit/>
          </a:bodyPr>
          <a:lstStyle>
            <a:lvl1pPr marL="0" indent="0" algn="ctr">
              <a:buNone/>
              <a:defRPr sz="2000" b="0" i="0">
                <a:solidFill>
                  <a:schemeClr val="tx1"/>
                </a:solidFill>
                <a:latin typeface="+mn-lt"/>
                <a:cs typeface="CiscoSans ExtraLight"/>
              </a:defRPr>
            </a:lvl1pPr>
          </a:lstStyle>
          <a:p>
            <a:pPr lvl="0" rtl="0"/>
            <a:r>
              <a:rPr lang="ru-RU" noProof="0" dirty="0"/>
              <a:t>Щелкните значок, чтобы добавить диаграмму</a:t>
            </a:r>
          </a:p>
        </p:txBody>
      </p:sp>
    </p:spTree>
    <p:extLst>
      <p:ext uri="{BB962C8B-B14F-4D97-AF65-F5344CB8AC3E}">
        <p14:creationId xmlns:p14="http://schemas.microsoft.com/office/powerpoint/2010/main" val="22004770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Таблица 11" title="Таблица">
            <a:extLst>
              <a:ext uri="{FF2B5EF4-FFF2-40B4-BE49-F238E27FC236}">
                <a16:creationId xmlns:a16="http://schemas.microsoft.com/office/drawing/2014/main" id="{7CD3E31F-0AF8-4EB8-B6FA-BD95A2EDA63B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31378" y="2664803"/>
            <a:ext cx="10993375" cy="3433180"/>
          </a:xfrm>
          <a:prstGeom prst="rect">
            <a:avLst/>
          </a:prstGeom>
        </p:spPr>
        <p:txBody>
          <a:bodyPr lIns="91420" tIns="45710" rIns="91420" bIns="45710" rtlCol="0">
            <a:noAutofit/>
          </a:bodyPr>
          <a:lstStyle>
            <a:lvl1pPr marL="0" indent="0" algn="ctr"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ru-RU" noProof="0" dirty="0"/>
              <a:t>Щелкните значок, чтобы добавить таблицу</a:t>
            </a:r>
          </a:p>
        </p:txBody>
      </p:sp>
      <p:sp>
        <p:nvSpPr>
          <p:cNvPr id="16" name="Надпись 15">
            <a:extLst>
              <a:ext uri="{FF2B5EF4-FFF2-40B4-BE49-F238E27FC236}">
                <a16:creationId xmlns:a16="http://schemas.microsoft.com/office/drawing/2014/main" id="{B84020D1-D35E-497E-97F1-84A6EA9D048E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36C8A74F-FDDF-48E8-AC2B-A5BD59D7D6A3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7" name="Диагональная полоса 26">
              <a:extLst>
                <a:ext uri="{FF2B5EF4-FFF2-40B4-BE49-F238E27FC236}">
                  <a16:creationId xmlns:a16="http://schemas.microsoft.com/office/drawing/2014/main" id="{2D5247F3-E6EB-4003-B1FD-F6200F0738E5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E9B7D995-9FB8-4461-8AAA-FA8B9A145B6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Параллелограмм 32">
              <a:extLst>
                <a:ext uri="{FF2B5EF4-FFF2-40B4-BE49-F238E27FC236}">
                  <a16:creationId xmlns:a16="http://schemas.microsoft.com/office/drawing/2014/main" id="{849B962F-68BC-4B89-B4D8-D862517534DF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8006416B-866C-47E5-8480-109B40F9EAA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ru-RU" noProof="0" dirty="0"/>
          </a:p>
        </p:txBody>
      </p:sp>
      <p:sp>
        <p:nvSpPr>
          <p:cNvPr id="37" name="Текст 4" title="Подзаголовок">
            <a:extLst>
              <a:ext uri="{FF2B5EF4-FFF2-40B4-BE49-F238E27FC236}">
                <a16:creationId xmlns:a16="http://schemas.microsoft.com/office/drawing/2014/main" id="{FE79FAE9-2A8C-46BA-8738-44CBCF7294A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493" y="1376932"/>
            <a:ext cx="7368596" cy="608895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000" spc="300">
                <a:solidFill>
                  <a:schemeClr val="accent6"/>
                </a:solidFill>
              </a:defRPr>
            </a:lvl1pPr>
            <a:lvl2pPr marL="457200" indent="0">
              <a:buNone/>
              <a:defRPr/>
            </a:lvl2pPr>
          </a:lstStyle>
          <a:p>
            <a:pPr lvl="0" rtl="0"/>
            <a:r>
              <a:rPr lang="ru-RU" noProof="0" dirty="0"/>
              <a:t>НАЖМИТЕ ДЛЯ ИЗМЕНЕНИЯ СТИЛЯ ПОДЗАГОЛОВКА</a:t>
            </a:r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5750A33E-CEFE-4D43-9554-513B01B1D3D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4A960C75-8FA7-5740-9388-2B5112B2C5B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17" name="Заголовок 1" title="Название ">
            <a:extLst>
              <a:ext uri="{FF2B5EF4-FFF2-40B4-BE49-F238E27FC236}">
                <a16:creationId xmlns:a16="http://schemas.microsoft.com/office/drawing/2014/main" id="{0F525D04-A814-7A4D-9732-11097EA762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</p:spTree>
    <p:extLst>
      <p:ext uri="{BB962C8B-B14F-4D97-AF65-F5344CB8AC3E}">
        <p14:creationId xmlns:p14="http://schemas.microsoft.com/office/powerpoint/2010/main" val="34150609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рупная фотограф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ый треугольник 3">
            <a:extLst>
              <a:ext uri="{FF2B5EF4-FFF2-40B4-BE49-F238E27FC236}">
                <a16:creationId xmlns:a16="http://schemas.microsoft.com/office/drawing/2014/main" id="{79ED029D-F488-47E5-B064-0E35B31D23A5}"/>
              </a:ext>
            </a:extLst>
          </p:cNvPr>
          <p:cNvSpPr/>
          <p:nvPr userDrawn="1"/>
        </p:nvSpPr>
        <p:spPr>
          <a:xfrm flipV="1">
            <a:off x="0" y="-5"/>
            <a:ext cx="11747500" cy="6299203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" name="Рисунок 31" title="Изображение">
            <a:extLst>
              <a:ext uri="{FF2B5EF4-FFF2-40B4-BE49-F238E27FC236}">
                <a16:creationId xmlns:a16="http://schemas.microsoft.com/office/drawing/2014/main" id="{D683190A-95C6-428D-AEE4-FC8350C3246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59229" y="326570"/>
            <a:ext cx="11473542" cy="620485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lIns="0" tIns="0" rtlCol="0" anchor="ctr"/>
          <a:lstStyle>
            <a:lvl1pPr marL="0" indent="0" algn="ctr">
              <a:buNone/>
              <a:defRPr sz="11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изображение</a:t>
            </a:r>
          </a:p>
        </p:txBody>
      </p: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F78F4957-6DDE-40CE-9D33-00B1434FA08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5344886"/>
            <a:ext cx="2362200" cy="124097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Заголовок 1" title="Название ">
            <a:extLst>
              <a:ext uri="{FF2B5EF4-FFF2-40B4-BE49-F238E27FC236}">
                <a16:creationId xmlns:a16="http://schemas.microsoft.com/office/drawing/2014/main" id="{D9A8085F-72C4-4DFB-813E-C5666B0CC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229" y="558802"/>
            <a:ext cx="8333222" cy="939798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lIns="288000" rtlCol="0" anchor="ctr">
            <a:normAutofit/>
          </a:bodyPr>
          <a:lstStyle>
            <a:lvl1pPr>
              <a:defRPr sz="3600" b="1"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Добавьте подпись</a:t>
            </a:r>
          </a:p>
        </p:txBody>
      </p:sp>
    </p:spTree>
    <p:extLst>
      <p:ext uri="{BB962C8B-B14F-4D97-AF65-F5344CB8AC3E}">
        <p14:creationId xmlns:p14="http://schemas.microsoft.com/office/powerpoint/2010/main" val="42375767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пасиб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75721" y="1821022"/>
            <a:ext cx="4853573" cy="1616252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A488AB73-8058-4FB5-9619-FCECCA9F394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22929" y="3461163"/>
            <a:ext cx="3445782" cy="2880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Название</a:t>
            </a:r>
          </a:p>
        </p:txBody>
      </p:sp>
      <p:sp>
        <p:nvSpPr>
          <p:cNvPr id="10" name="Текст 4">
            <a:extLst>
              <a:ext uri="{FF2B5EF4-FFF2-40B4-BE49-F238E27FC236}">
                <a16:creationId xmlns:a16="http://schemas.microsoft.com/office/drawing/2014/main" id="{359BE165-3EB5-4C11-8B53-6E98C0BC2E6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822929" y="3839451"/>
            <a:ext cx="3445782" cy="2880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Номер телефона</a:t>
            </a:r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79D05293-35AD-495F-A7AE-942398090B1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22928" y="4216669"/>
            <a:ext cx="3445783" cy="28907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Электронная почта </a:t>
            </a:r>
          </a:p>
        </p:txBody>
      </p:sp>
      <p:sp>
        <p:nvSpPr>
          <p:cNvPr id="13" name="Текст 21">
            <a:extLst>
              <a:ext uri="{FF2B5EF4-FFF2-40B4-BE49-F238E27FC236}">
                <a16:creationId xmlns:a16="http://schemas.microsoft.com/office/drawing/2014/main" id="{997A03F2-8D8A-4425-9F56-66DB33CE11A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822929" y="4594957"/>
            <a:ext cx="3445782" cy="288000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1800">
                <a:latin typeface="+mn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Веб-сайт компании</a:t>
            </a:r>
          </a:p>
        </p:txBody>
      </p:sp>
      <p:sp>
        <p:nvSpPr>
          <p:cNvPr id="14" name="Фигура 4157">
            <a:extLst>
              <a:ext uri="{FF2B5EF4-FFF2-40B4-BE49-F238E27FC236}">
                <a16:creationId xmlns:a16="http://schemas.microsoft.com/office/drawing/2014/main" id="{A30A8F28-98F4-425F-A750-78192A157DF4}"/>
              </a:ext>
            </a:extLst>
          </p:cNvPr>
          <p:cNvSpPr/>
          <p:nvPr userDrawn="1"/>
        </p:nvSpPr>
        <p:spPr>
          <a:xfrm>
            <a:off x="6458938" y="3505247"/>
            <a:ext cx="258875" cy="2588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958" y="17505"/>
                </a:moveTo>
                <a:cubicBezTo>
                  <a:pt x="17372" y="16944"/>
                  <a:pt x="16242" y="15945"/>
                  <a:pt x="15117" y="15413"/>
                </a:cubicBezTo>
                <a:cubicBezTo>
                  <a:pt x="14189" y="14975"/>
                  <a:pt x="13657" y="14531"/>
                  <a:pt x="13491" y="14057"/>
                </a:cubicBezTo>
                <a:cubicBezTo>
                  <a:pt x="13377" y="13728"/>
                  <a:pt x="13428" y="13351"/>
                  <a:pt x="13649" y="12904"/>
                </a:cubicBezTo>
                <a:cubicBezTo>
                  <a:pt x="13815" y="12567"/>
                  <a:pt x="13972" y="12286"/>
                  <a:pt x="14117" y="12028"/>
                </a:cubicBezTo>
                <a:cubicBezTo>
                  <a:pt x="14730" y="10934"/>
                  <a:pt x="15203" y="10145"/>
                  <a:pt x="15203" y="7348"/>
                </a:cubicBezTo>
                <a:cubicBezTo>
                  <a:pt x="15203" y="3162"/>
                  <a:pt x="12787" y="2951"/>
                  <a:pt x="12309" y="2951"/>
                </a:cubicBezTo>
                <a:cubicBezTo>
                  <a:pt x="11917" y="2951"/>
                  <a:pt x="11672" y="3037"/>
                  <a:pt x="11435" y="3121"/>
                </a:cubicBezTo>
                <a:cubicBezTo>
                  <a:pt x="11175" y="3213"/>
                  <a:pt x="10907" y="3309"/>
                  <a:pt x="10296" y="3319"/>
                </a:cubicBezTo>
                <a:cubicBezTo>
                  <a:pt x="9190" y="3337"/>
                  <a:pt x="6873" y="3375"/>
                  <a:pt x="6873" y="7226"/>
                </a:cubicBezTo>
                <a:cubicBezTo>
                  <a:pt x="6873" y="9919"/>
                  <a:pt x="7574" y="11156"/>
                  <a:pt x="8125" y="12150"/>
                </a:cubicBezTo>
                <a:cubicBezTo>
                  <a:pt x="8266" y="12404"/>
                  <a:pt x="8399" y="12645"/>
                  <a:pt x="8505" y="12885"/>
                </a:cubicBezTo>
                <a:cubicBezTo>
                  <a:pt x="8973" y="13949"/>
                  <a:pt x="8631" y="14693"/>
                  <a:pt x="7426" y="15224"/>
                </a:cubicBezTo>
                <a:cubicBezTo>
                  <a:pt x="5905" y="15897"/>
                  <a:pt x="5188" y="16247"/>
                  <a:pt x="3693" y="17562"/>
                </a:cubicBezTo>
                <a:cubicBezTo>
                  <a:pt x="2017" y="15800"/>
                  <a:pt x="982" y="13423"/>
                  <a:pt x="982" y="10800"/>
                </a:cubicBezTo>
                <a:cubicBezTo>
                  <a:pt x="982" y="5377"/>
                  <a:pt x="5377" y="982"/>
                  <a:pt x="10800" y="982"/>
                </a:cubicBezTo>
                <a:cubicBezTo>
                  <a:pt x="16223" y="982"/>
                  <a:pt x="20618" y="5377"/>
                  <a:pt x="20618" y="10800"/>
                </a:cubicBezTo>
                <a:cubicBezTo>
                  <a:pt x="20618" y="13395"/>
                  <a:pt x="19603" y="15749"/>
                  <a:pt x="17958" y="17505"/>
                </a:cubicBezTo>
                <a:moveTo>
                  <a:pt x="10800" y="20618"/>
                </a:moveTo>
                <a:cubicBezTo>
                  <a:pt x="8356" y="20618"/>
                  <a:pt x="6125" y="19720"/>
                  <a:pt x="4407" y="18242"/>
                </a:cubicBezTo>
                <a:cubicBezTo>
                  <a:pt x="5730" y="17084"/>
                  <a:pt x="6362" y="16767"/>
                  <a:pt x="7823" y="16122"/>
                </a:cubicBezTo>
                <a:cubicBezTo>
                  <a:pt x="9515" y="15375"/>
                  <a:pt x="10091" y="14051"/>
                  <a:pt x="9403" y="12489"/>
                </a:cubicBezTo>
                <a:cubicBezTo>
                  <a:pt x="9279" y="12208"/>
                  <a:pt x="9136" y="11949"/>
                  <a:pt x="8984" y="11674"/>
                </a:cubicBezTo>
                <a:cubicBezTo>
                  <a:pt x="8461" y="10732"/>
                  <a:pt x="7855" y="9665"/>
                  <a:pt x="7855" y="7226"/>
                </a:cubicBezTo>
                <a:cubicBezTo>
                  <a:pt x="7855" y="4341"/>
                  <a:pt x="9224" y="4318"/>
                  <a:pt x="10312" y="4300"/>
                </a:cubicBezTo>
                <a:cubicBezTo>
                  <a:pt x="11084" y="4287"/>
                  <a:pt x="11461" y="4154"/>
                  <a:pt x="11763" y="4047"/>
                </a:cubicBezTo>
                <a:cubicBezTo>
                  <a:pt x="11964" y="3975"/>
                  <a:pt x="12086" y="3933"/>
                  <a:pt x="12309" y="3933"/>
                </a:cubicBezTo>
                <a:cubicBezTo>
                  <a:pt x="13218" y="3933"/>
                  <a:pt x="14221" y="4830"/>
                  <a:pt x="14221" y="7348"/>
                </a:cubicBezTo>
                <a:cubicBezTo>
                  <a:pt x="14221" y="9888"/>
                  <a:pt x="13840" y="10513"/>
                  <a:pt x="13261" y="11548"/>
                </a:cubicBezTo>
                <a:cubicBezTo>
                  <a:pt x="13108" y="11820"/>
                  <a:pt x="12943" y="12115"/>
                  <a:pt x="12768" y="12470"/>
                </a:cubicBezTo>
                <a:cubicBezTo>
                  <a:pt x="12430" y="13155"/>
                  <a:pt x="12362" y="13798"/>
                  <a:pt x="12565" y="14380"/>
                </a:cubicBezTo>
                <a:cubicBezTo>
                  <a:pt x="12825" y="15126"/>
                  <a:pt x="13502" y="15737"/>
                  <a:pt x="14696" y="16302"/>
                </a:cubicBezTo>
                <a:cubicBezTo>
                  <a:pt x="15675" y="16764"/>
                  <a:pt x="16700" y="17667"/>
                  <a:pt x="17251" y="18189"/>
                </a:cubicBezTo>
                <a:cubicBezTo>
                  <a:pt x="15525" y="19697"/>
                  <a:pt x="13272" y="20618"/>
                  <a:pt x="10800" y="20618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4"/>
                  <a:pt x="4835" y="21600"/>
                  <a:pt x="10800" y="21600"/>
                </a:cubicBezTo>
                <a:cubicBezTo>
                  <a:pt x="16765" y="21600"/>
                  <a:pt x="21600" y="16764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ru-RU" noProof="0" dirty="0"/>
          </a:p>
        </p:txBody>
      </p:sp>
      <p:sp>
        <p:nvSpPr>
          <p:cNvPr id="15" name="Фигура 4186">
            <a:extLst>
              <a:ext uri="{FF2B5EF4-FFF2-40B4-BE49-F238E27FC236}">
                <a16:creationId xmlns:a16="http://schemas.microsoft.com/office/drawing/2014/main" id="{2F84D399-8148-4E86-A1E4-BE7D1D81383A}"/>
              </a:ext>
            </a:extLst>
          </p:cNvPr>
          <p:cNvSpPr/>
          <p:nvPr userDrawn="1"/>
        </p:nvSpPr>
        <p:spPr>
          <a:xfrm>
            <a:off x="6507622" y="3897986"/>
            <a:ext cx="161507" cy="29609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1700" y="1473"/>
                </a:moveTo>
                <a:lnTo>
                  <a:pt x="9900" y="1473"/>
                </a:lnTo>
                <a:cubicBezTo>
                  <a:pt x="9403" y="1473"/>
                  <a:pt x="9000" y="1692"/>
                  <a:pt x="9000" y="1964"/>
                </a:cubicBezTo>
                <a:cubicBezTo>
                  <a:pt x="9000" y="2235"/>
                  <a:pt x="9403" y="2455"/>
                  <a:pt x="9900" y="2455"/>
                </a:cubicBezTo>
                <a:lnTo>
                  <a:pt x="11700" y="2455"/>
                </a:lnTo>
                <a:cubicBezTo>
                  <a:pt x="12197" y="2455"/>
                  <a:pt x="12600" y="2235"/>
                  <a:pt x="12600" y="1964"/>
                </a:cubicBezTo>
                <a:cubicBezTo>
                  <a:pt x="12600" y="1692"/>
                  <a:pt x="12197" y="1473"/>
                  <a:pt x="11700" y="1473"/>
                </a:cubicBezTo>
                <a:moveTo>
                  <a:pt x="19800" y="2945"/>
                </a:moveTo>
                <a:lnTo>
                  <a:pt x="1800" y="2945"/>
                </a:lnTo>
                <a:lnTo>
                  <a:pt x="1800" y="1964"/>
                </a:lnTo>
                <a:cubicBezTo>
                  <a:pt x="1800" y="1422"/>
                  <a:pt x="2605" y="982"/>
                  <a:pt x="3600" y="982"/>
                </a:cubicBezTo>
                <a:lnTo>
                  <a:pt x="18000" y="982"/>
                </a:lnTo>
                <a:cubicBezTo>
                  <a:pt x="18993" y="982"/>
                  <a:pt x="19800" y="1422"/>
                  <a:pt x="19800" y="1964"/>
                </a:cubicBezTo>
                <a:cubicBezTo>
                  <a:pt x="19800" y="1964"/>
                  <a:pt x="19800" y="2945"/>
                  <a:pt x="19800" y="2945"/>
                </a:cubicBezTo>
                <a:close/>
                <a:moveTo>
                  <a:pt x="19800" y="17673"/>
                </a:moveTo>
                <a:lnTo>
                  <a:pt x="1800" y="17673"/>
                </a:lnTo>
                <a:lnTo>
                  <a:pt x="1800" y="3927"/>
                </a:lnTo>
                <a:lnTo>
                  <a:pt x="19800" y="3927"/>
                </a:lnTo>
                <a:cubicBezTo>
                  <a:pt x="19800" y="3927"/>
                  <a:pt x="19800" y="17673"/>
                  <a:pt x="19800" y="17673"/>
                </a:cubicBezTo>
                <a:close/>
                <a:moveTo>
                  <a:pt x="19800" y="19636"/>
                </a:moveTo>
                <a:cubicBezTo>
                  <a:pt x="19800" y="20179"/>
                  <a:pt x="18993" y="20618"/>
                  <a:pt x="18000" y="20618"/>
                </a:cubicBezTo>
                <a:lnTo>
                  <a:pt x="3600" y="20618"/>
                </a:lnTo>
                <a:cubicBezTo>
                  <a:pt x="2605" y="20618"/>
                  <a:pt x="1800" y="20179"/>
                  <a:pt x="1800" y="19636"/>
                </a:cubicBezTo>
                <a:lnTo>
                  <a:pt x="1800" y="18655"/>
                </a:lnTo>
                <a:lnTo>
                  <a:pt x="19800" y="18655"/>
                </a:lnTo>
                <a:cubicBezTo>
                  <a:pt x="19800" y="18655"/>
                  <a:pt x="19800" y="19636"/>
                  <a:pt x="19800" y="19636"/>
                </a:cubicBezTo>
                <a:close/>
                <a:moveTo>
                  <a:pt x="18000" y="0"/>
                </a:moveTo>
                <a:lnTo>
                  <a:pt x="3600" y="0"/>
                </a:lnTo>
                <a:cubicBezTo>
                  <a:pt x="1612" y="0"/>
                  <a:pt x="0" y="879"/>
                  <a:pt x="0" y="1964"/>
                </a:cubicBezTo>
                <a:lnTo>
                  <a:pt x="0" y="19636"/>
                </a:lnTo>
                <a:cubicBezTo>
                  <a:pt x="0" y="20721"/>
                  <a:pt x="1612" y="21600"/>
                  <a:pt x="3600" y="21600"/>
                </a:cubicBezTo>
                <a:lnTo>
                  <a:pt x="18000" y="21600"/>
                </a:lnTo>
                <a:cubicBezTo>
                  <a:pt x="19988" y="21600"/>
                  <a:pt x="21600" y="20721"/>
                  <a:pt x="21600" y="19636"/>
                </a:cubicBezTo>
                <a:lnTo>
                  <a:pt x="21600" y="1964"/>
                </a:lnTo>
                <a:cubicBezTo>
                  <a:pt x="21600" y="879"/>
                  <a:pt x="19988" y="0"/>
                  <a:pt x="18000" y="0"/>
                </a:cubicBezTo>
                <a:moveTo>
                  <a:pt x="10800" y="20127"/>
                </a:moveTo>
                <a:cubicBezTo>
                  <a:pt x="11297" y="20127"/>
                  <a:pt x="11700" y="19908"/>
                  <a:pt x="11700" y="19636"/>
                </a:cubicBezTo>
                <a:cubicBezTo>
                  <a:pt x="11700" y="19366"/>
                  <a:pt x="11297" y="19145"/>
                  <a:pt x="10800" y="19145"/>
                </a:cubicBezTo>
                <a:cubicBezTo>
                  <a:pt x="10303" y="19145"/>
                  <a:pt x="9900" y="19366"/>
                  <a:pt x="9900" y="19636"/>
                </a:cubicBezTo>
                <a:cubicBezTo>
                  <a:pt x="9900" y="19908"/>
                  <a:pt x="10303" y="20127"/>
                  <a:pt x="10800" y="20127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ru-RU" noProof="0" dirty="0"/>
          </a:p>
        </p:txBody>
      </p:sp>
      <p:sp>
        <p:nvSpPr>
          <p:cNvPr id="19" name="Фигура 4379">
            <a:extLst>
              <a:ext uri="{FF2B5EF4-FFF2-40B4-BE49-F238E27FC236}">
                <a16:creationId xmlns:a16="http://schemas.microsoft.com/office/drawing/2014/main" id="{E4408FF8-E342-42F8-BBE9-1220822B5E99}"/>
              </a:ext>
            </a:extLst>
          </p:cNvPr>
          <p:cNvSpPr/>
          <p:nvPr userDrawn="1"/>
        </p:nvSpPr>
        <p:spPr>
          <a:xfrm>
            <a:off x="6458938" y="4327945"/>
            <a:ext cx="258875" cy="1882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618" y="18900"/>
                </a:moveTo>
                <a:cubicBezTo>
                  <a:pt x="20618" y="18980"/>
                  <a:pt x="20611" y="19058"/>
                  <a:pt x="20601" y="19135"/>
                </a:cubicBezTo>
                <a:lnTo>
                  <a:pt x="14539" y="10800"/>
                </a:lnTo>
                <a:lnTo>
                  <a:pt x="20601" y="2465"/>
                </a:lnTo>
                <a:cubicBezTo>
                  <a:pt x="20611" y="2542"/>
                  <a:pt x="20618" y="2620"/>
                  <a:pt x="20618" y="2700"/>
                </a:cubicBezTo>
                <a:cubicBezTo>
                  <a:pt x="20618" y="2700"/>
                  <a:pt x="20618" y="18900"/>
                  <a:pt x="20618" y="18900"/>
                </a:cubicBezTo>
                <a:close/>
                <a:moveTo>
                  <a:pt x="19636" y="20250"/>
                </a:moveTo>
                <a:lnTo>
                  <a:pt x="1964" y="20250"/>
                </a:lnTo>
                <a:cubicBezTo>
                  <a:pt x="1849" y="20250"/>
                  <a:pt x="1739" y="20218"/>
                  <a:pt x="1637" y="20168"/>
                </a:cubicBezTo>
                <a:lnTo>
                  <a:pt x="7755" y="11754"/>
                </a:lnTo>
                <a:lnTo>
                  <a:pt x="9440" y="14072"/>
                </a:lnTo>
                <a:cubicBezTo>
                  <a:pt x="9816" y="14589"/>
                  <a:pt x="10308" y="14847"/>
                  <a:pt x="10800" y="14847"/>
                </a:cubicBezTo>
                <a:cubicBezTo>
                  <a:pt x="11292" y="14847"/>
                  <a:pt x="11784" y="14589"/>
                  <a:pt x="12159" y="14072"/>
                </a:cubicBezTo>
                <a:lnTo>
                  <a:pt x="13845" y="11754"/>
                </a:lnTo>
                <a:lnTo>
                  <a:pt x="19964" y="20168"/>
                </a:lnTo>
                <a:cubicBezTo>
                  <a:pt x="19861" y="20218"/>
                  <a:pt x="19752" y="20250"/>
                  <a:pt x="19636" y="20250"/>
                </a:cubicBezTo>
                <a:moveTo>
                  <a:pt x="982" y="18900"/>
                </a:moveTo>
                <a:lnTo>
                  <a:pt x="982" y="2700"/>
                </a:lnTo>
                <a:cubicBezTo>
                  <a:pt x="982" y="2620"/>
                  <a:pt x="989" y="2542"/>
                  <a:pt x="999" y="2465"/>
                </a:cubicBezTo>
                <a:lnTo>
                  <a:pt x="7061" y="10800"/>
                </a:lnTo>
                <a:lnTo>
                  <a:pt x="999" y="19135"/>
                </a:lnTo>
                <a:cubicBezTo>
                  <a:pt x="989" y="19058"/>
                  <a:pt x="982" y="18980"/>
                  <a:pt x="982" y="18900"/>
                </a:cubicBezTo>
                <a:moveTo>
                  <a:pt x="1964" y="1350"/>
                </a:moveTo>
                <a:lnTo>
                  <a:pt x="19636" y="1350"/>
                </a:lnTo>
                <a:cubicBezTo>
                  <a:pt x="19752" y="1350"/>
                  <a:pt x="19861" y="1382"/>
                  <a:pt x="19964" y="1433"/>
                </a:cubicBezTo>
                <a:lnTo>
                  <a:pt x="11465" y="13118"/>
                </a:lnTo>
                <a:cubicBezTo>
                  <a:pt x="11288" y="13362"/>
                  <a:pt x="11051" y="13497"/>
                  <a:pt x="10800" y="13497"/>
                </a:cubicBezTo>
                <a:cubicBezTo>
                  <a:pt x="10549" y="13497"/>
                  <a:pt x="10312" y="13362"/>
                  <a:pt x="10134" y="13118"/>
                </a:cubicBezTo>
                <a:lnTo>
                  <a:pt x="1637" y="1433"/>
                </a:lnTo>
                <a:cubicBezTo>
                  <a:pt x="1739" y="1382"/>
                  <a:pt x="1849" y="1350"/>
                  <a:pt x="1964" y="1350"/>
                </a:cubicBezTo>
                <a:moveTo>
                  <a:pt x="19636" y="0"/>
                </a:moveTo>
                <a:lnTo>
                  <a:pt x="1964" y="0"/>
                </a:lnTo>
                <a:cubicBezTo>
                  <a:pt x="879" y="0"/>
                  <a:pt x="0" y="1209"/>
                  <a:pt x="0" y="2700"/>
                </a:cubicBezTo>
                <a:lnTo>
                  <a:pt x="0" y="18900"/>
                </a:lnTo>
                <a:cubicBezTo>
                  <a:pt x="0" y="20391"/>
                  <a:pt x="879" y="21600"/>
                  <a:pt x="1964" y="21600"/>
                </a:cubicBezTo>
                <a:lnTo>
                  <a:pt x="19636" y="21600"/>
                </a:lnTo>
                <a:cubicBezTo>
                  <a:pt x="20721" y="21600"/>
                  <a:pt x="21600" y="20391"/>
                  <a:pt x="21600" y="18900"/>
                </a:cubicBezTo>
                <a:lnTo>
                  <a:pt x="21600" y="2700"/>
                </a:lnTo>
                <a:cubicBezTo>
                  <a:pt x="21600" y="1209"/>
                  <a:pt x="20721" y="0"/>
                  <a:pt x="19636" y="0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ru-RU" noProof="0" dirty="0"/>
          </a:p>
        </p:txBody>
      </p:sp>
      <p:sp>
        <p:nvSpPr>
          <p:cNvPr id="20" name="Фигура 4487">
            <a:extLst>
              <a:ext uri="{FF2B5EF4-FFF2-40B4-BE49-F238E27FC236}">
                <a16:creationId xmlns:a16="http://schemas.microsoft.com/office/drawing/2014/main" id="{11D27456-C005-4109-9E74-0B692200A0B3}"/>
              </a:ext>
            </a:extLst>
          </p:cNvPr>
          <p:cNvSpPr/>
          <p:nvPr userDrawn="1"/>
        </p:nvSpPr>
        <p:spPr>
          <a:xfrm>
            <a:off x="6471716" y="4650082"/>
            <a:ext cx="233318" cy="23331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850" y="17620"/>
                </a:moveTo>
                <a:cubicBezTo>
                  <a:pt x="17270" y="17122"/>
                  <a:pt x="16604" y="16682"/>
                  <a:pt x="15855" y="16324"/>
                </a:cubicBezTo>
                <a:cubicBezTo>
                  <a:pt x="15868" y="16284"/>
                  <a:pt x="15882" y="16244"/>
                  <a:pt x="15896" y="16203"/>
                </a:cubicBezTo>
                <a:cubicBezTo>
                  <a:pt x="16131" y="15456"/>
                  <a:pt x="16320" y="14656"/>
                  <a:pt x="16454" y="13811"/>
                </a:cubicBezTo>
                <a:cubicBezTo>
                  <a:pt x="16471" y="13704"/>
                  <a:pt x="16484" y="13596"/>
                  <a:pt x="16499" y="13488"/>
                </a:cubicBezTo>
                <a:cubicBezTo>
                  <a:pt x="16544" y="13166"/>
                  <a:pt x="16581" y="12839"/>
                  <a:pt x="16610" y="12507"/>
                </a:cubicBezTo>
                <a:cubicBezTo>
                  <a:pt x="16621" y="12383"/>
                  <a:pt x="16632" y="12260"/>
                  <a:pt x="16641" y="12135"/>
                </a:cubicBezTo>
                <a:cubicBezTo>
                  <a:pt x="16660" y="11858"/>
                  <a:pt x="16664" y="11574"/>
                  <a:pt x="16673" y="11291"/>
                </a:cubicBezTo>
                <a:lnTo>
                  <a:pt x="20598" y="11291"/>
                </a:lnTo>
                <a:cubicBezTo>
                  <a:pt x="20476" y="13747"/>
                  <a:pt x="19450" y="15962"/>
                  <a:pt x="17850" y="17620"/>
                </a:cubicBezTo>
                <a:moveTo>
                  <a:pt x="13714" y="20178"/>
                </a:moveTo>
                <a:cubicBezTo>
                  <a:pt x="13925" y="19957"/>
                  <a:pt x="14127" y="19710"/>
                  <a:pt x="14321" y="19444"/>
                </a:cubicBezTo>
                <a:cubicBezTo>
                  <a:pt x="14339" y="19419"/>
                  <a:pt x="14357" y="19394"/>
                  <a:pt x="14375" y="19369"/>
                </a:cubicBezTo>
                <a:cubicBezTo>
                  <a:pt x="14764" y="18822"/>
                  <a:pt x="15116" y="18192"/>
                  <a:pt x="15420" y="17488"/>
                </a:cubicBezTo>
                <a:cubicBezTo>
                  <a:pt x="15436" y="17450"/>
                  <a:pt x="15451" y="17410"/>
                  <a:pt x="15467" y="17372"/>
                </a:cubicBezTo>
                <a:cubicBezTo>
                  <a:pt x="15485" y="17329"/>
                  <a:pt x="15499" y="17282"/>
                  <a:pt x="15517" y="17239"/>
                </a:cubicBezTo>
                <a:cubicBezTo>
                  <a:pt x="16123" y="17535"/>
                  <a:pt x="16665" y="17890"/>
                  <a:pt x="17142" y="18285"/>
                </a:cubicBezTo>
                <a:cubicBezTo>
                  <a:pt x="16149" y="19129"/>
                  <a:pt x="14989" y="19782"/>
                  <a:pt x="13714" y="20178"/>
                </a:cubicBezTo>
                <a:moveTo>
                  <a:pt x="11291" y="20569"/>
                </a:moveTo>
                <a:lnTo>
                  <a:pt x="11291" y="16221"/>
                </a:lnTo>
                <a:cubicBezTo>
                  <a:pt x="12498" y="16271"/>
                  <a:pt x="13638" y="16493"/>
                  <a:pt x="14652" y="16869"/>
                </a:cubicBezTo>
                <a:cubicBezTo>
                  <a:pt x="13850" y="18909"/>
                  <a:pt x="12654" y="20298"/>
                  <a:pt x="11291" y="20569"/>
                </a:cubicBezTo>
                <a:moveTo>
                  <a:pt x="11291" y="11291"/>
                </a:moveTo>
                <a:lnTo>
                  <a:pt x="15697" y="11291"/>
                </a:lnTo>
                <a:cubicBezTo>
                  <a:pt x="15655" y="12995"/>
                  <a:pt x="15392" y="14581"/>
                  <a:pt x="14971" y="15948"/>
                </a:cubicBezTo>
                <a:cubicBezTo>
                  <a:pt x="13855" y="15534"/>
                  <a:pt x="12608" y="15291"/>
                  <a:pt x="11291" y="15240"/>
                </a:cubicBezTo>
                <a:cubicBezTo>
                  <a:pt x="11291" y="15240"/>
                  <a:pt x="11291" y="11291"/>
                  <a:pt x="11291" y="11291"/>
                </a:cubicBezTo>
                <a:close/>
                <a:moveTo>
                  <a:pt x="11291" y="6360"/>
                </a:moveTo>
                <a:cubicBezTo>
                  <a:pt x="12608" y="6309"/>
                  <a:pt x="13855" y="6066"/>
                  <a:pt x="14971" y="5652"/>
                </a:cubicBezTo>
                <a:cubicBezTo>
                  <a:pt x="15392" y="7019"/>
                  <a:pt x="15655" y="8605"/>
                  <a:pt x="15697" y="10309"/>
                </a:cubicBezTo>
                <a:lnTo>
                  <a:pt x="11291" y="10309"/>
                </a:lnTo>
                <a:cubicBezTo>
                  <a:pt x="11291" y="10309"/>
                  <a:pt x="11291" y="6360"/>
                  <a:pt x="11291" y="6360"/>
                </a:cubicBezTo>
                <a:close/>
                <a:moveTo>
                  <a:pt x="11291" y="1031"/>
                </a:moveTo>
                <a:cubicBezTo>
                  <a:pt x="12654" y="1302"/>
                  <a:pt x="13850" y="2691"/>
                  <a:pt x="14652" y="4731"/>
                </a:cubicBezTo>
                <a:cubicBezTo>
                  <a:pt x="13638" y="5107"/>
                  <a:pt x="12498" y="5329"/>
                  <a:pt x="11291" y="5379"/>
                </a:cubicBezTo>
                <a:cubicBezTo>
                  <a:pt x="11291" y="5379"/>
                  <a:pt x="11291" y="1031"/>
                  <a:pt x="11291" y="1031"/>
                </a:cubicBezTo>
                <a:close/>
                <a:moveTo>
                  <a:pt x="17142" y="3315"/>
                </a:moveTo>
                <a:cubicBezTo>
                  <a:pt x="16665" y="3711"/>
                  <a:pt x="16123" y="4065"/>
                  <a:pt x="15517" y="4361"/>
                </a:cubicBezTo>
                <a:cubicBezTo>
                  <a:pt x="15499" y="4318"/>
                  <a:pt x="15485" y="4271"/>
                  <a:pt x="15467" y="4229"/>
                </a:cubicBezTo>
                <a:cubicBezTo>
                  <a:pt x="15451" y="4190"/>
                  <a:pt x="15436" y="4151"/>
                  <a:pt x="15420" y="4112"/>
                </a:cubicBezTo>
                <a:cubicBezTo>
                  <a:pt x="15116" y="3408"/>
                  <a:pt x="14764" y="2778"/>
                  <a:pt x="14375" y="2231"/>
                </a:cubicBezTo>
                <a:cubicBezTo>
                  <a:pt x="14357" y="2206"/>
                  <a:pt x="14339" y="2181"/>
                  <a:pt x="14321" y="2156"/>
                </a:cubicBezTo>
                <a:cubicBezTo>
                  <a:pt x="14127" y="1890"/>
                  <a:pt x="13925" y="1643"/>
                  <a:pt x="13714" y="1422"/>
                </a:cubicBezTo>
                <a:cubicBezTo>
                  <a:pt x="14989" y="1818"/>
                  <a:pt x="16149" y="2471"/>
                  <a:pt x="17142" y="3315"/>
                </a:cubicBezTo>
                <a:moveTo>
                  <a:pt x="20598" y="10309"/>
                </a:moveTo>
                <a:lnTo>
                  <a:pt x="16673" y="10309"/>
                </a:lnTo>
                <a:cubicBezTo>
                  <a:pt x="16664" y="10027"/>
                  <a:pt x="16660" y="9742"/>
                  <a:pt x="16641" y="9465"/>
                </a:cubicBezTo>
                <a:cubicBezTo>
                  <a:pt x="16632" y="9340"/>
                  <a:pt x="16621" y="9217"/>
                  <a:pt x="16610" y="9093"/>
                </a:cubicBezTo>
                <a:cubicBezTo>
                  <a:pt x="16581" y="8761"/>
                  <a:pt x="16544" y="8434"/>
                  <a:pt x="16499" y="8112"/>
                </a:cubicBezTo>
                <a:cubicBezTo>
                  <a:pt x="16484" y="8005"/>
                  <a:pt x="16471" y="7896"/>
                  <a:pt x="16454" y="7789"/>
                </a:cubicBezTo>
                <a:cubicBezTo>
                  <a:pt x="16320" y="6944"/>
                  <a:pt x="16131" y="6144"/>
                  <a:pt x="15896" y="5397"/>
                </a:cubicBezTo>
                <a:cubicBezTo>
                  <a:pt x="15882" y="5357"/>
                  <a:pt x="15868" y="5317"/>
                  <a:pt x="15855" y="5276"/>
                </a:cubicBezTo>
                <a:cubicBezTo>
                  <a:pt x="16604" y="4918"/>
                  <a:pt x="17270" y="4478"/>
                  <a:pt x="17850" y="3981"/>
                </a:cubicBezTo>
                <a:cubicBezTo>
                  <a:pt x="19450" y="5638"/>
                  <a:pt x="20476" y="7853"/>
                  <a:pt x="20598" y="10309"/>
                </a:cubicBezTo>
                <a:moveTo>
                  <a:pt x="10309" y="5379"/>
                </a:moveTo>
                <a:cubicBezTo>
                  <a:pt x="9101" y="5329"/>
                  <a:pt x="7961" y="5107"/>
                  <a:pt x="6947" y="4731"/>
                </a:cubicBezTo>
                <a:cubicBezTo>
                  <a:pt x="7749" y="2691"/>
                  <a:pt x="8945" y="1302"/>
                  <a:pt x="10309" y="1031"/>
                </a:cubicBezTo>
                <a:cubicBezTo>
                  <a:pt x="10309" y="1031"/>
                  <a:pt x="10309" y="5379"/>
                  <a:pt x="10309" y="5379"/>
                </a:cubicBezTo>
                <a:close/>
                <a:moveTo>
                  <a:pt x="10309" y="10309"/>
                </a:moveTo>
                <a:lnTo>
                  <a:pt x="5903" y="10309"/>
                </a:lnTo>
                <a:cubicBezTo>
                  <a:pt x="5945" y="8605"/>
                  <a:pt x="6207" y="7019"/>
                  <a:pt x="6629" y="5652"/>
                </a:cubicBezTo>
                <a:cubicBezTo>
                  <a:pt x="7745" y="6066"/>
                  <a:pt x="8991" y="6309"/>
                  <a:pt x="10309" y="6360"/>
                </a:cubicBezTo>
                <a:cubicBezTo>
                  <a:pt x="10309" y="6360"/>
                  <a:pt x="10309" y="10309"/>
                  <a:pt x="10309" y="10309"/>
                </a:cubicBezTo>
                <a:close/>
                <a:moveTo>
                  <a:pt x="10309" y="15240"/>
                </a:moveTo>
                <a:cubicBezTo>
                  <a:pt x="8991" y="15291"/>
                  <a:pt x="7745" y="15534"/>
                  <a:pt x="6629" y="15948"/>
                </a:cubicBezTo>
                <a:cubicBezTo>
                  <a:pt x="6207" y="14581"/>
                  <a:pt x="5945" y="12995"/>
                  <a:pt x="5903" y="11291"/>
                </a:cubicBezTo>
                <a:lnTo>
                  <a:pt x="10309" y="11291"/>
                </a:lnTo>
                <a:cubicBezTo>
                  <a:pt x="10309" y="11291"/>
                  <a:pt x="10309" y="15240"/>
                  <a:pt x="10309" y="15240"/>
                </a:cubicBezTo>
                <a:close/>
                <a:moveTo>
                  <a:pt x="10309" y="20569"/>
                </a:moveTo>
                <a:cubicBezTo>
                  <a:pt x="8945" y="20298"/>
                  <a:pt x="7749" y="18909"/>
                  <a:pt x="6947" y="16869"/>
                </a:cubicBezTo>
                <a:cubicBezTo>
                  <a:pt x="7961" y="16493"/>
                  <a:pt x="9101" y="16271"/>
                  <a:pt x="10309" y="16221"/>
                </a:cubicBezTo>
                <a:cubicBezTo>
                  <a:pt x="10309" y="16221"/>
                  <a:pt x="10309" y="20569"/>
                  <a:pt x="10309" y="20569"/>
                </a:cubicBezTo>
                <a:close/>
                <a:moveTo>
                  <a:pt x="4458" y="18285"/>
                </a:moveTo>
                <a:cubicBezTo>
                  <a:pt x="4934" y="17890"/>
                  <a:pt x="5476" y="17535"/>
                  <a:pt x="6083" y="17239"/>
                </a:cubicBezTo>
                <a:cubicBezTo>
                  <a:pt x="6100" y="17282"/>
                  <a:pt x="6115" y="17329"/>
                  <a:pt x="6132" y="17372"/>
                </a:cubicBezTo>
                <a:cubicBezTo>
                  <a:pt x="6149" y="17410"/>
                  <a:pt x="6163" y="17450"/>
                  <a:pt x="6180" y="17488"/>
                </a:cubicBezTo>
                <a:cubicBezTo>
                  <a:pt x="6484" y="18192"/>
                  <a:pt x="6835" y="18822"/>
                  <a:pt x="7224" y="19369"/>
                </a:cubicBezTo>
                <a:cubicBezTo>
                  <a:pt x="7242" y="19394"/>
                  <a:pt x="7261" y="19419"/>
                  <a:pt x="7279" y="19444"/>
                </a:cubicBezTo>
                <a:cubicBezTo>
                  <a:pt x="7472" y="19710"/>
                  <a:pt x="7674" y="19957"/>
                  <a:pt x="7886" y="20178"/>
                </a:cubicBezTo>
                <a:cubicBezTo>
                  <a:pt x="6610" y="19782"/>
                  <a:pt x="5451" y="19129"/>
                  <a:pt x="4458" y="18285"/>
                </a:cubicBezTo>
                <a:moveTo>
                  <a:pt x="1002" y="11291"/>
                </a:moveTo>
                <a:lnTo>
                  <a:pt x="4927" y="11291"/>
                </a:lnTo>
                <a:cubicBezTo>
                  <a:pt x="4935" y="11574"/>
                  <a:pt x="4940" y="11858"/>
                  <a:pt x="4958" y="12135"/>
                </a:cubicBezTo>
                <a:cubicBezTo>
                  <a:pt x="4967" y="12260"/>
                  <a:pt x="4979" y="12383"/>
                  <a:pt x="4989" y="12507"/>
                </a:cubicBezTo>
                <a:cubicBezTo>
                  <a:pt x="5018" y="12839"/>
                  <a:pt x="5055" y="13166"/>
                  <a:pt x="5100" y="13488"/>
                </a:cubicBezTo>
                <a:cubicBezTo>
                  <a:pt x="5116" y="13596"/>
                  <a:pt x="5129" y="13704"/>
                  <a:pt x="5146" y="13811"/>
                </a:cubicBezTo>
                <a:cubicBezTo>
                  <a:pt x="5280" y="14656"/>
                  <a:pt x="5468" y="15456"/>
                  <a:pt x="5704" y="16203"/>
                </a:cubicBezTo>
                <a:cubicBezTo>
                  <a:pt x="5718" y="16244"/>
                  <a:pt x="5731" y="16284"/>
                  <a:pt x="5744" y="16324"/>
                </a:cubicBezTo>
                <a:cubicBezTo>
                  <a:pt x="4996" y="16682"/>
                  <a:pt x="4330" y="17122"/>
                  <a:pt x="3749" y="17620"/>
                </a:cubicBezTo>
                <a:cubicBezTo>
                  <a:pt x="2150" y="15962"/>
                  <a:pt x="1123" y="13747"/>
                  <a:pt x="1002" y="11291"/>
                </a:cubicBezTo>
                <a:moveTo>
                  <a:pt x="3749" y="3981"/>
                </a:moveTo>
                <a:cubicBezTo>
                  <a:pt x="4330" y="4478"/>
                  <a:pt x="4996" y="4918"/>
                  <a:pt x="5744" y="5276"/>
                </a:cubicBezTo>
                <a:cubicBezTo>
                  <a:pt x="5731" y="5317"/>
                  <a:pt x="5718" y="5357"/>
                  <a:pt x="5704" y="5397"/>
                </a:cubicBezTo>
                <a:cubicBezTo>
                  <a:pt x="5469" y="6144"/>
                  <a:pt x="5280" y="6944"/>
                  <a:pt x="5146" y="7789"/>
                </a:cubicBezTo>
                <a:cubicBezTo>
                  <a:pt x="5129" y="7896"/>
                  <a:pt x="5116" y="8005"/>
                  <a:pt x="5100" y="8112"/>
                </a:cubicBezTo>
                <a:cubicBezTo>
                  <a:pt x="5055" y="8434"/>
                  <a:pt x="5018" y="8761"/>
                  <a:pt x="4989" y="9093"/>
                </a:cubicBezTo>
                <a:cubicBezTo>
                  <a:pt x="4979" y="9217"/>
                  <a:pt x="4967" y="9340"/>
                  <a:pt x="4958" y="9465"/>
                </a:cubicBezTo>
                <a:cubicBezTo>
                  <a:pt x="4940" y="9742"/>
                  <a:pt x="4935" y="10027"/>
                  <a:pt x="4927" y="10309"/>
                </a:cubicBezTo>
                <a:lnTo>
                  <a:pt x="1002" y="10309"/>
                </a:lnTo>
                <a:cubicBezTo>
                  <a:pt x="1123" y="7853"/>
                  <a:pt x="2150" y="5638"/>
                  <a:pt x="3749" y="3981"/>
                </a:cubicBezTo>
                <a:moveTo>
                  <a:pt x="7886" y="1422"/>
                </a:moveTo>
                <a:cubicBezTo>
                  <a:pt x="7674" y="1643"/>
                  <a:pt x="7472" y="1890"/>
                  <a:pt x="7279" y="2156"/>
                </a:cubicBezTo>
                <a:cubicBezTo>
                  <a:pt x="7261" y="2181"/>
                  <a:pt x="7242" y="2206"/>
                  <a:pt x="7224" y="2231"/>
                </a:cubicBezTo>
                <a:cubicBezTo>
                  <a:pt x="6835" y="2778"/>
                  <a:pt x="6484" y="3408"/>
                  <a:pt x="6180" y="4112"/>
                </a:cubicBezTo>
                <a:cubicBezTo>
                  <a:pt x="6163" y="4151"/>
                  <a:pt x="6149" y="4190"/>
                  <a:pt x="6132" y="4229"/>
                </a:cubicBezTo>
                <a:cubicBezTo>
                  <a:pt x="6115" y="4271"/>
                  <a:pt x="6100" y="4318"/>
                  <a:pt x="6083" y="4361"/>
                </a:cubicBezTo>
                <a:cubicBezTo>
                  <a:pt x="5476" y="4065"/>
                  <a:pt x="4934" y="3711"/>
                  <a:pt x="4458" y="3315"/>
                </a:cubicBezTo>
                <a:cubicBezTo>
                  <a:pt x="5451" y="2471"/>
                  <a:pt x="6610" y="1818"/>
                  <a:pt x="7886" y="1422"/>
                </a:cubicBezTo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4" y="21600"/>
                  <a:pt x="21600" y="16765"/>
                  <a:pt x="21600" y="10800"/>
                </a:cubicBezTo>
                <a:cubicBezTo>
                  <a:pt x="21600" y="4835"/>
                  <a:pt x="16764" y="0"/>
                  <a:pt x="10800" y="0"/>
                </a:cubicBezTo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rtlCol="0" anchor="ctr"/>
          <a:lstStyle/>
          <a:p>
            <a:pPr algn="ctr" defTabSz="457200" rtl="0">
              <a:lnSpc>
                <a:spcPct val="100000"/>
              </a:lnSpc>
              <a:defRPr sz="3000" spc="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latin typeface="Gill Sans SemiBold"/>
                <a:ea typeface="Gill Sans SemiBold"/>
                <a:cs typeface="Gill Sans SemiBold"/>
                <a:sym typeface="Gill Sans SemiBold"/>
              </a:defRPr>
            </a:pPr>
            <a:endParaRPr lang="ru-RU" noProof="0" dirty="0"/>
          </a:p>
        </p:txBody>
      </p:sp>
      <p:sp>
        <p:nvSpPr>
          <p:cNvPr id="21" name="Прямоугольный треугольник 20">
            <a:extLst>
              <a:ext uri="{FF2B5EF4-FFF2-40B4-BE49-F238E27FC236}">
                <a16:creationId xmlns:a16="http://schemas.microsoft.com/office/drawing/2014/main" id="{FDDD2B84-3CB9-4567-8C91-C538E8A1C89F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34EF3020-1476-41B1-9FE7-B476A25C53D3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B1B64EC3-B232-415D-8E27-EB3E24D13922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2261CE2F-F199-4242-AC6C-692676B81FF1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Рисунок 24">
            <a:extLst>
              <a:ext uri="{FF2B5EF4-FFF2-40B4-BE49-F238E27FC236}">
                <a16:creationId xmlns:a16="http://schemas.microsoft.com/office/drawing/2014/main" id="{89C0506D-0CA6-4583-9D04-24E7F4D16A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683398" y="860944"/>
            <a:ext cx="4428523" cy="5137089"/>
          </a:xfrm>
          <a:prstGeom prst="rect">
            <a:avLst/>
          </a:prstGeom>
        </p:spPr>
        <p:txBody>
          <a:bodyPr wrap="square" rtlCol="0" anchor="ctr">
            <a:noAutofit/>
          </a:bodyPr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</p:spTree>
    <p:extLst>
      <p:ext uri="{BB962C8B-B14F-4D97-AF65-F5344CB8AC3E}">
        <p14:creationId xmlns:p14="http://schemas.microsoft.com/office/powerpoint/2010/main" val="3839051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ый треугольник 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375721" y="2006084"/>
            <a:ext cx="4853573" cy="1616252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algn="l"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3" name="Подзаголовок 2" title="Подзаголовок">
            <a:extLst>
              <a:ext uri="{FF2B5EF4-FFF2-40B4-BE49-F238E27FC236}">
                <a16:creationId xmlns:a16="http://schemas.microsoft.com/office/drawing/2014/main" id="{06317687-D49E-41F7-A330-C78C728F0D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75214" y="3640998"/>
            <a:ext cx="4854339" cy="1257574"/>
          </a:xfrm>
          <a:prstGeom prst="rect">
            <a:avLst/>
          </a:prstGeom>
        </p:spPr>
        <p:txBody>
          <a:bodyPr rtlCol="0"/>
          <a:lstStyle>
            <a:lvl1pPr marL="0" indent="0" algn="l">
              <a:buNone/>
              <a:defRPr sz="24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ru-RU" noProof="0" dirty="0"/>
              <a:t>ЩЕЛКНИТЕ, ЧТОБЫ ИЗМЕНИТЬ СТИЛЬ ОБРАЗЦА ПОДЗАГОЛОВКА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45617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ый треугольник 18">
            <a:extLst>
              <a:ext uri="{FF2B5EF4-FFF2-40B4-BE49-F238E27FC236}">
                <a16:creationId xmlns:a16="http://schemas.microsoft.com/office/drawing/2014/main" id="{71D0E8AA-902F-440D-9C55-2A391C22396A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7" name="Параллелограмм 16">
            <a:extLst>
              <a:ext uri="{FF2B5EF4-FFF2-40B4-BE49-F238E27FC236}">
                <a16:creationId xmlns:a16="http://schemas.microsoft.com/office/drawing/2014/main" id="{7D937721-835D-4D84-94A3-6C79D4639514}"/>
              </a:ext>
            </a:extLst>
          </p:cNvPr>
          <p:cNvSpPr/>
          <p:nvPr userDrawn="1"/>
        </p:nvSpPr>
        <p:spPr>
          <a:xfrm rot="19958790">
            <a:off x="-637324" y="3588176"/>
            <a:ext cx="3860162" cy="1746952"/>
          </a:xfrm>
          <a:prstGeom prst="parallelogram">
            <a:avLst>
              <a:gd name="adj" fmla="val 5321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732BB30B-8262-4715-998F-AAF6A81ADFD3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10090"/>
            <a:ext cx="1785257" cy="90750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Заголовок 1" title="Название">
            <a:extLst>
              <a:ext uri="{FF2B5EF4-FFF2-40B4-BE49-F238E27FC236}">
                <a16:creationId xmlns:a16="http://schemas.microsoft.com/office/drawing/2014/main" id="{4D7EF399-DAA5-44EC-B712-79C755FE84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3842" y="1987420"/>
            <a:ext cx="4911633" cy="1789855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000" b="1">
                <a:solidFill>
                  <a:schemeClr val="accent1"/>
                </a:solidFill>
                <a:latin typeface="+mj-lt"/>
                <a:cs typeface="Calibri Light" panose="020F0302020204030204" pitchFamily="34" charset="0"/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sp>
        <p:nvSpPr>
          <p:cNvPr id="101" name="Текст 2" title="Подзаголовок">
            <a:extLst>
              <a:ext uri="{FF2B5EF4-FFF2-40B4-BE49-F238E27FC236}">
                <a16:creationId xmlns:a16="http://schemas.microsoft.com/office/drawing/2014/main" id="{26D13BFA-61B0-402F-8611-02D3DFDBEB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83842" y="3792046"/>
            <a:ext cx="4911633" cy="910580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>
              <a:buNone/>
              <a:defRPr sz="2000" b="0" i="0" spc="300">
                <a:solidFill>
                  <a:schemeClr val="accent6"/>
                </a:solidFill>
                <a:latin typeface="+mn-lt"/>
                <a:cs typeface="Calibri" panose="020F050202020403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ru-RU" noProof="0" dirty="0"/>
              <a:t>ИЗМЕНИТЬ ОБРАЗЕЦ ТЕКСТА</a:t>
            </a: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DA0A0C24-D997-4E78-951F-AFB51C70EFC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араллелограмм 24">
            <a:extLst>
              <a:ext uri="{FF2B5EF4-FFF2-40B4-BE49-F238E27FC236}">
                <a16:creationId xmlns:a16="http://schemas.microsoft.com/office/drawing/2014/main" id="{E123A0CF-50D6-46EC-8BF6-43E38AFCD588}"/>
              </a:ext>
            </a:extLst>
          </p:cNvPr>
          <p:cNvSpPr/>
          <p:nvPr userDrawn="1"/>
        </p:nvSpPr>
        <p:spPr>
          <a:xfrm>
            <a:off x="7754112" y="0"/>
            <a:ext cx="2258568" cy="742819"/>
          </a:xfrm>
          <a:prstGeom prst="parallelogram">
            <a:avLst>
              <a:gd name="adj" fmla="val 195850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/>
            <a:endParaRPr lang="ru-RU" noProof="0" dirty="0"/>
          </a:p>
        </p:txBody>
      </p: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2B2F1D2E-B631-4CB1-9448-2B50F8C46316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408562"/>
            <a:ext cx="6595353" cy="340314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5CF69447-82AD-475F-A3AE-3D7FF61DBFE2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5266944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Параллелограмм 23">
            <a:extLst>
              <a:ext uri="{FF2B5EF4-FFF2-40B4-BE49-F238E27FC236}">
                <a16:creationId xmlns:a16="http://schemas.microsoft.com/office/drawing/2014/main" id="{FC8C82F3-94EE-4B4F-A01D-993A41BC00B1}"/>
              </a:ext>
            </a:extLst>
          </p:cNvPr>
          <p:cNvSpPr/>
          <p:nvPr userDrawn="1"/>
        </p:nvSpPr>
        <p:spPr>
          <a:xfrm rot="19958790">
            <a:off x="-139035" y="3407045"/>
            <a:ext cx="1438399" cy="236580"/>
          </a:xfrm>
          <a:prstGeom prst="parallelogram">
            <a:avLst>
              <a:gd name="adj" fmla="val 53218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00786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3840">
          <p15:clr>
            <a:srgbClr val="FBAE40"/>
          </p15:clr>
        </p15:guide>
        <p15:guide id="3" pos="143">
          <p15:clr>
            <a:srgbClr val="FBAE40"/>
          </p15:clr>
        </p15:guide>
        <p15:guide id="4" orient="horz" pos="4170">
          <p15:clr>
            <a:srgbClr val="FBAE40"/>
          </p15:clr>
        </p15:guide>
        <p15:guide id="5" pos="7537">
          <p15:clr>
            <a:srgbClr val="FBAE40"/>
          </p15:clr>
        </p15:guide>
        <p15:guide id="6" orient="horz" pos="142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Диагональная полоса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5" name="Надпись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6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27" name="Заголовок 1" title="Название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29" name="Объект 2">
            <a:extLst>
              <a:ext uri="{FF2B5EF4-FFF2-40B4-BE49-F238E27FC236}">
                <a16:creationId xmlns:a16="http://schemas.microsoft.com/office/drawing/2014/main" id="{1FAE0C34-9220-45F0-9FC2-9FE7C994E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78" y="1671924"/>
            <a:ext cx="10835122" cy="4505039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5434304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Диагональная полоса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5" name="Надпись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6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27" name="Заголовок 1" title="Название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14" name="Объект 2">
            <a:extLst>
              <a:ext uri="{FF2B5EF4-FFF2-40B4-BE49-F238E27FC236}">
                <a16:creationId xmlns:a16="http://schemas.microsoft.com/office/drawing/2014/main" id="{217F9213-0142-420B-A84D-C5627A0C81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9687" y="1651044"/>
            <a:ext cx="5181600" cy="4525919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15" name="Объект 3">
            <a:extLst>
              <a:ext uri="{FF2B5EF4-FFF2-40B4-BE49-F238E27FC236}">
                <a16:creationId xmlns:a16="http://schemas.microsoft.com/office/drawing/2014/main" id="{8014328B-D576-4B5C-A4AE-CF9831892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51044"/>
            <a:ext cx="5181600" cy="4525919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1284813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01AF1CF9-9F46-4541-8FF1-B9C53244EE1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-9247" y="3633967"/>
            <a:ext cx="1912619" cy="15729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B0E1BA4-80FE-4826-BA2F-083C3A5BB7F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6" name="Диагональная полоса 25">
              <a:extLst>
                <a:ext uri="{FF2B5EF4-FFF2-40B4-BE49-F238E27FC236}">
                  <a16:creationId xmlns:a16="http://schemas.microsoft.com/office/drawing/2014/main" id="{0697993E-CD44-40B9-805C-77BC608618A7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DDBD869A-51AE-4AC9-A3E0-38E8C732B1E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DE18C3B6-28E6-4BBC-B634-F81DE5A9D13C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25" name="Надпись 24">
            <a:extLst>
              <a:ext uri="{FF2B5EF4-FFF2-40B4-BE49-F238E27FC236}">
                <a16:creationId xmlns:a16="http://schemas.microsoft.com/office/drawing/2014/main" id="{F0BB4D3D-930C-4FF4-BB7C-2CB24208150C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6"/>
                </a:solidFill>
                <a:latin typeface="Arial Black" panose="020B0A04020102020204" pitchFamily="34" charset="0"/>
              </a:rPr>
              <a:t>FR</a:t>
            </a:r>
          </a:p>
        </p:txBody>
      </p:sp>
      <p:sp>
        <p:nvSpPr>
          <p:cNvPr id="36" name="Параллелограмм 35">
            <a:extLst>
              <a:ext uri="{FF2B5EF4-FFF2-40B4-BE49-F238E27FC236}">
                <a16:creationId xmlns:a16="http://schemas.microsoft.com/office/drawing/2014/main" id="{4EBB76E7-943E-4038-B700-114F66FBC609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03E79E9C-D961-6E47-A5C6-57689BAFF24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08BE157-60F2-194D-8C13-4AE120FC9ED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  <p:sp>
        <p:nvSpPr>
          <p:cNvPr id="27" name="Заголовок 1" title="Название ">
            <a:extLst>
              <a:ext uri="{FF2B5EF4-FFF2-40B4-BE49-F238E27FC236}">
                <a16:creationId xmlns:a16="http://schemas.microsoft.com/office/drawing/2014/main" id="{C3CC34F4-862A-42E7-B2FA-7B511CC2E8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147969"/>
          </a:xfrm>
          <a:prstGeom prst="rect">
            <a:avLst/>
          </a:prstGeom>
        </p:spPr>
        <p:txBody>
          <a:bodyPr bIns="0"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18" name="Текст 2">
            <a:extLst>
              <a:ext uri="{FF2B5EF4-FFF2-40B4-BE49-F238E27FC236}">
                <a16:creationId xmlns:a16="http://schemas.microsoft.com/office/drawing/2014/main" id="{82BFF385-445D-4DBB-9773-F996694158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678" y="1681163"/>
            <a:ext cx="5382501" cy="823912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lang="en-US" b="1" dirty="0">
                <a:solidFill>
                  <a:schemeClr val="accent6"/>
                </a:solidFill>
              </a:defRPr>
            </a:lvl1pPr>
          </a:lstStyle>
          <a:p>
            <a:pPr marL="228600" lvl="0" indent="-22860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20" name="Текст 4">
            <a:extLst>
              <a:ext uri="{FF2B5EF4-FFF2-40B4-BE49-F238E27FC236}">
                <a16:creationId xmlns:a16="http://schemas.microsoft.com/office/drawing/2014/main" id="{311B1CFE-1B35-4B5C-B40A-DC5ADF211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rtlCol="0" anchor="b"/>
          <a:lstStyle>
            <a:lvl1pPr marL="0" indent="0">
              <a:buNone/>
              <a:defRPr sz="2400" b="1">
                <a:solidFill>
                  <a:schemeClr val="accent6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21" name="Объект 5">
            <a:extLst>
              <a:ext uri="{FF2B5EF4-FFF2-40B4-BE49-F238E27FC236}">
                <a16:creationId xmlns:a16="http://schemas.microsoft.com/office/drawing/2014/main" id="{1CE840E8-D596-479D-AE97-E88F42DC1B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24" name="Объект 3">
            <a:extLst>
              <a:ext uri="{FF2B5EF4-FFF2-40B4-BE49-F238E27FC236}">
                <a16:creationId xmlns:a16="http://schemas.microsoft.com/office/drawing/2014/main" id="{B9A68D25-B19E-4E84-B65D-596EE8382D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678" y="2505075"/>
            <a:ext cx="5391749" cy="3684588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452267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393">
          <p15:clr>
            <a:srgbClr val="FBAE40"/>
          </p15:clr>
        </p15:guide>
        <p15:guide id="4" pos="7423">
          <p15:clr>
            <a:srgbClr val="FBAE40"/>
          </p15:clr>
        </p15:guide>
        <p15:guide id="5" orient="horz" pos="77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ый треугольник 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70" y="4374036"/>
            <a:ext cx="5311516" cy="1327031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">
            <a:extLst>
              <a:ext uri="{FF2B5EF4-FFF2-40B4-BE49-F238E27FC236}">
                <a16:creationId xmlns:a16="http://schemas.microsoft.com/office/drawing/2014/main" id="{BDEAC3CA-E21C-4A63-BE7D-DCC820552A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170" y="5701069"/>
            <a:ext cx="5311516" cy="931505"/>
          </a:xfrm>
          <a:prstGeom prst="rect">
            <a:avLst/>
          </a:prstGeom>
        </p:spPr>
        <p:txBody>
          <a:bodyPr rtlCol="0"/>
          <a:lstStyle>
            <a:lvl1pPr marL="0" indent="0" algn="r">
              <a:buFont typeface="Arial" panose="020B0604020202020204" pitchFamily="34" charset="0"/>
              <a:buNone/>
              <a:defRPr sz="1600">
                <a:solidFill>
                  <a:schemeClr val="accent6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14" name="Объект 2">
            <a:extLst>
              <a:ext uri="{FF2B5EF4-FFF2-40B4-BE49-F238E27FC236}">
                <a16:creationId xmlns:a16="http://schemas.microsoft.com/office/drawing/2014/main" id="{C9A1E80C-1A76-4D3E-92A1-846866867D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1316" y="2290713"/>
            <a:ext cx="5803672" cy="4341862"/>
          </a:xfrm>
          <a:prstGeom prst="rect">
            <a:avLst/>
          </a:prstGeom>
        </p:spPr>
        <p:txBody>
          <a:bodyPr rtlCol="0"/>
          <a:lstStyle>
            <a:lvl1pPr>
              <a:buClr>
                <a:schemeClr val="accent2"/>
              </a:buClr>
              <a:defRPr sz="2400"/>
            </a:lvl1pPr>
            <a:lvl2pPr>
              <a:buClr>
                <a:schemeClr val="accent2"/>
              </a:buClr>
              <a:defRPr sz="2000"/>
            </a:lvl2pPr>
            <a:lvl3pPr>
              <a:buClr>
                <a:schemeClr val="accent2"/>
              </a:buClr>
              <a:defRPr sz="1800"/>
            </a:lvl3pPr>
            <a:lvl4pPr>
              <a:buClr>
                <a:schemeClr val="accent2"/>
              </a:buClr>
              <a:defRPr sz="1600"/>
            </a:lvl4pPr>
            <a:lvl5pPr>
              <a:buClr>
                <a:schemeClr val="accent2"/>
              </a:buCl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2552653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ый треугольник 10">
            <a:extLst>
              <a:ext uri="{FF2B5EF4-FFF2-40B4-BE49-F238E27FC236}">
                <a16:creationId xmlns:a16="http://schemas.microsoft.com/office/drawing/2014/main" id="{037924D2-2AB4-4BE1-9687-836615C72DFC}"/>
              </a:ext>
            </a:extLst>
          </p:cNvPr>
          <p:cNvSpPr/>
          <p:nvPr userDrawn="1"/>
        </p:nvSpPr>
        <p:spPr>
          <a:xfrm flipV="1">
            <a:off x="0" y="-6"/>
            <a:ext cx="10625328" cy="5404110"/>
          </a:xfrm>
          <a:prstGeom prst="rt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A93BC534-BFA1-4292-899F-03AC711BF7C5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0"/>
            <a:ext cx="6030686" cy="3004456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EBEE4DB5-5DEF-4DDB-9764-FD834B9DCAEC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4301" y="3924299"/>
            <a:ext cx="3187700" cy="168910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Заголовок 1" title="Название">
            <a:extLst>
              <a:ext uri="{FF2B5EF4-FFF2-40B4-BE49-F238E27FC236}">
                <a16:creationId xmlns:a16="http://schemas.microsoft.com/office/drawing/2014/main" id="{A648E0EA-49ED-4F2D-A107-8FCE6301FC8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70" y="4374036"/>
            <a:ext cx="5311516" cy="1327031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43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образца заголовка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162849C0-AA0D-4E1A-B4B6-E6A5917AC0A5}"/>
              </a:ext>
            </a:extLst>
          </p:cNvPr>
          <p:cNvCxnSpPr>
            <a:cxnSpLocks/>
          </p:cNvCxnSpPr>
          <p:nvPr userDrawn="1"/>
        </p:nvCxnSpPr>
        <p:spPr>
          <a:xfrm flipV="1">
            <a:off x="-17837" y="4700016"/>
            <a:ext cx="1919789" cy="1001054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">
            <a:extLst>
              <a:ext uri="{FF2B5EF4-FFF2-40B4-BE49-F238E27FC236}">
                <a16:creationId xmlns:a16="http://schemas.microsoft.com/office/drawing/2014/main" id="{BDEAC3CA-E21C-4A63-BE7D-DCC820552A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19170" y="5701069"/>
            <a:ext cx="5311516" cy="931505"/>
          </a:xfrm>
          <a:prstGeom prst="rect">
            <a:avLst/>
          </a:prstGeom>
        </p:spPr>
        <p:txBody>
          <a:bodyPr rtlCol="0"/>
          <a:lstStyle>
            <a:lvl1pPr marL="0" indent="0" algn="r">
              <a:buFont typeface="Arial" panose="020B0604020202020204" pitchFamily="34" charset="0"/>
              <a:buNone/>
              <a:defRPr sz="1600">
                <a:solidFill>
                  <a:schemeClr val="accent6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ru-RU" noProof="0" dirty="0"/>
              <a:t>Щелкните, чтобы изменить стили текста образца слайда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2728E0A-430E-4C6A-BF56-06FA8510F2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49970" y="2271860"/>
            <a:ext cx="5715017" cy="436071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ru-RU" noProof="0" dirty="0"/>
              <a:t>Щелкните значок, чтобы добавить фото</a:t>
            </a:r>
          </a:p>
        </p:txBody>
      </p:sp>
    </p:spTree>
    <p:extLst>
      <p:ext uri="{BB962C8B-B14F-4D97-AF65-F5344CB8AC3E}">
        <p14:creationId xmlns:p14="http://schemas.microsoft.com/office/powerpoint/2010/main" val="26143026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7537">
          <p15:clr>
            <a:srgbClr val="FBAE40"/>
          </p15:clr>
        </p15:guide>
        <p15:guide id="3" pos="138">
          <p15:clr>
            <a:srgbClr val="FBAE40"/>
          </p15:clr>
        </p15:guide>
        <p15:guide id="4" orient="horz" pos="4178">
          <p15:clr>
            <a:srgbClr val="FBAE40"/>
          </p15:clr>
        </p15:guide>
        <p15:guide id="5" orient="horz" pos="142">
          <p15:clr>
            <a:srgbClr val="FBAE40"/>
          </p15:clr>
        </p15:guide>
        <p15:guide id="6" pos="2457">
          <p15:clr>
            <a:srgbClr val="FBAE40"/>
          </p15:clr>
        </p15:guide>
        <p15:guide id="7" pos="438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Надпись 17">
            <a:extLst>
              <a:ext uri="{FF2B5EF4-FFF2-40B4-BE49-F238E27FC236}">
                <a16:creationId xmlns:a16="http://schemas.microsoft.com/office/drawing/2014/main" id="{CC52C5C1-EC33-44C1-9D54-A1058BBF1812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8A0030CD-8C9E-4AA5-8C5D-F9B2EDB7E17A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7" name="Диагональная полоса 26">
              <a:extLst>
                <a:ext uri="{FF2B5EF4-FFF2-40B4-BE49-F238E27FC236}">
                  <a16:creationId xmlns:a16="http://schemas.microsoft.com/office/drawing/2014/main" id="{872EE65E-EE50-4A3E-861E-1D6C241CB8EA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E76AD1EF-E06C-4D3C-9693-26844D01C8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Параллелограмм 28">
              <a:extLst>
                <a:ext uri="{FF2B5EF4-FFF2-40B4-BE49-F238E27FC236}">
                  <a16:creationId xmlns:a16="http://schemas.microsoft.com/office/drawing/2014/main" id="{57D44C42-44C0-420A-A125-9B1A979D4F56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0" name="Параллелограмм 29">
            <a:extLst>
              <a:ext uri="{FF2B5EF4-FFF2-40B4-BE49-F238E27FC236}">
                <a16:creationId xmlns:a16="http://schemas.microsoft.com/office/drawing/2014/main" id="{406089BB-36DC-4E23-B215-527A8A18FCFB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578C43A6-50C6-704E-BADC-6D83BADE73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ED91439B-965F-3548-AF77-89501B24F60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4199068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Надпись 20">
            <a:extLst>
              <a:ext uri="{FF2B5EF4-FFF2-40B4-BE49-F238E27FC236}">
                <a16:creationId xmlns:a16="http://schemas.microsoft.com/office/drawing/2014/main" id="{7E8A2C98-F26E-415A-B931-1B89CA46C1CF}"/>
              </a:ext>
            </a:extLst>
          </p:cNvPr>
          <p:cNvSpPr txBox="1"/>
          <p:nvPr userDrawn="1"/>
        </p:nvSpPr>
        <p:spPr>
          <a:xfrm>
            <a:off x="11072378" y="235732"/>
            <a:ext cx="814647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ru-RU" sz="3400" b="1" noProof="0" dirty="0">
                <a:solidFill>
                  <a:schemeClr val="accent1"/>
                </a:solidFill>
                <a:latin typeface="Arial Black" panose="020B0A04020102020204" pitchFamily="34" charset="0"/>
              </a:rPr>
              <a:t>FR</a:t>
            </a:r>
          </a:p>
        </p:txBody>
      </p: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1B2FB48C-0C70-4DBE-B904-A134B6644DD3}"/>
              </a:ext>
            </a:extLst>
          </p:cNvPr>
          <p:cNvGrpSpPr/>
          <p:nvPr userDrawn="1"/>
        </p:nvGrpSpPr>
        <p:grpSpPr>
          <a:xfrm flipH="1">
            <a:off x="7561328" y="0"/>
            <a:ext cx="4831840" cy="3541007"/>
            <a:chOff x="-192127" y="-2"/>
            <a:chExt cx="4831840" cy="3367272"/>
          </a:xfrm>
        </p:grpSpPr>
        <p:sp>
          <p:nvSpPr>
            <p:cNvPr id="28" name="Диагональная полоса 27">
              <a:extLst>
                <a:ext uri="{FF2B5EF4-FFF2-40B4-BE49-F238E27FC236}">
                  <a16:creationId xmlns:a16="http://schemas.microsoft.com/office/drawing/2014/main" id="{4F2E2158-1E6E-4E0D-BDAB-B20041C73615}"/>
                </a:ext>
              </a:extLst>
            </p:cNvPr>
            <p:cNvSpPr/>
            <p:nvPr userDrawn="1"/>
          </p:nvSpPr>
          <p:spPr>
            <a:xfrm>
              <a:off x="0" y="-1"/>
              <a:ext cx="4639713" cy="3367271"/>
            </a:xfrm>
            <a:prstGeom prst="diagStripe">
              <a:avLst>
                <a:gd name="adj" fmla="val 51202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626D62DB-3A5A-4DA1-BFA4-D9E58676E86A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433638" y="-2"/>
              <a:ext cx="1240971" cy="9165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Параллелограмм 29">
              <a:extLst>
                <a:ext uri="{FF2B5EF4-FFF2-40B4-BE49-F238E27FC236}">
                  <a16:creationId xmlns:a16="http://schemas.microsoft.com/office/drawing/2014/main" id="{F5A729A7-3A5C-405C-AE06-180E7529E477}"/>
                </a:ext>
              </a:extLst>
            </p:cNvPr>
            <p:cNvSpPr/>
            <p:nvPr userDrawn="1"/>
          </p:nvSpPr>
          <p:spPr>
            <a:xfrm rot="19421162">
              <a:off x="-192127" y="1140864"/>
              <a:ext cx="1354398" cy="214994"/>
            </a:xfrm>
            <a:prstGeom prst="parallelogram">
              <a:avLst>
                <a:gd name="adj" fmla="val 72003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ru-RU" noProof="0" dirty="0"/>
            </a:p>
          </p:txBody>
        </p:sp>
      </p:grpSp>
      <p:sp>
        <p:nvSpPr>
          <p:cNvPr id="31" name="Параллелограмм 30">
            <a:extLst>
              <a:ext uri="{FF2B5EF4-FFF2-40B4-BE49-F238E27FC236}">
                <a16:creationId xmlns:a16="http://schemas.microsoft.com/office/drawing/2014/main" id="{41E23981-B12A-4AC3-A030-337BBBA5E45B}"/>
              </a:ext>
            </a:extLst>
          </p:cNvPr>
          <p:cNvSpPr/>
          <p:nvPr userDrawn="1"/>
        </p:nvSpPr>
        <p:spPr>
          <a:xfrm flipH="1">
            <a:off x="6679908" y="1"/>
            <a:ext cx="1447800" cy="639064"/>
          </a:xfrm>
          <a:prstGeom prst="parallelogram">
            <a:avLst>
              <a:gd name="adj" fmla="val 13561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 rtl="0"/>
            <a:endParaRPr lang="ru-RU" noProof="0" dirty="0"/>
          </a:p>
        </p:txBody>
      </p:sp>
      <p:sp>
        <p:nvSpPr>
          <p:cNvPr id="33" name="Заголовок 1" title="Название ">
            <a:extLst>
              <a:ext uri="{FF2B5EF4-FFF2-40B4-BE49-F238E27FC236}">
                <a16:creationId xmlns:a16="http://schemas.microsoft.com/office/drawing/2014/main" id="{59067A2C-FE71-4381-BE51-08DAC5E435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678" y="209028"/>
            <a:ext cx="8333222" cy="1215566"/>
          </a:xfrm>
          <a:prstGeom prst="rect">
            <a:avLst/>
          </a:prstGeom>
        </p:spPr>
        <p:txBody>
          <a:bodyPr rtlCol="0" anchor="b">
            <a:normAutofit/>
          </a:bodyPr>
          <a:lstStyle>
            <a:lvl1pPr>
              <a:defRPr sz="4400" b="1">
                <a:solidFill>
                  <a:schemeClr val="accent1"/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стиль заголовка образца слайда </a:t>
            </a:r>
          </a:p>
        </p:txBody>
      </p:sp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CB69A007-934D-7A4B-9EFA-82044EF4DC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A154DC2-98C7-4D4B-A17A-AA4731217F1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8699F50C-BE38-4BD0-BA84-9B090E1F2B9B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658419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2">
          <p15:clr>
            <a:srgbClr val="FBAE40"/>
          </p15:clr>
        </p15:guide>
        <p15:guide id="2" pos="3840">
          <p15:clr>
            <a:srgbClr val="FBAE40"/>
          </p15:clr>
        </p15:guide>
        <p15:guide id="3" pos="77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5CE2EB-00DF-4EBA-BF1F-D37805D45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8918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DB16155-303B-403D-8B49-D4CEE47D68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853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B915EF5-4ABE-4759-AC09-679CD6083A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6971" y="6356350"/>
            <a:ext cx="7402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pPr rtl="0"/>
            <a:fld id="{8699F50C-BE38-4BD0-BA84-9B090E1F2B9B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9" name="Заголовок 8">
            <a:extLst>
              <a:ext uri="{FF2B5EF4-FFF2-40B4-BE49-F238E27FC236}">
                <a16:creationId xmlns:a16="http://schemas.microsoft.com/office/drawing/2014/main" id="{AA2D2B61-D240-024D-AD60-4162EF152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78" y="209029"/>
            <a:ext cx="10835122" cy="1147968"/>
          </a:xfrm>
          <a:prstGeom prst="rect">
            <a:avLst/>
          </a:prstGeom>
        </p:spPr>
        <p:txBody>
          <a:bodyPr vert="horz" lIns="91440" tIns="45720" rIns="91440" bIns="0" rtlCol="0" anchor="b">
            <a:normAutofit/>
          </a:bodyPr>
          <a:lstStyle/>
          <a:p>
            <a:pPr rtl="0"/>
            <a:r>
              <a:rPr lang="ru-RU" noProof="0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564885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85" r:id="rId3"/>
    <p:sldLayoutId id="2147483706" r:id="rId4"/>
    <p:sldLayoutId id="2147483708" r:id="rId5"/>
    <p:sldLayoutId id="2147483704" r:id="rId6"/>
    <p:sldLayoutId id="2147483689" r:id="rId7"/>
    <p:sldLayoutId id="2147483668" r:id="rId8"/>
    <p:sldLayoutId id="2147483707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692" r:id="rId17"/>
    <p:sldLayoutId id="2147483697" r:id="rId18"/>
    <p:sldLayoutId id="2147483674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IN"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2E7A40"/>
        </a:buClr>
        <a:buFont typeface="Arial" panose="020B0604020202020204" pitchFamily="34" charset="0"/>
        <a:buChar char="•"/>
        <a:defRPr lang="en-US" sz="24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US" sz="18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E7A40"/>
        </a:buClr>
        <a:buFont typeface="Arial" panose="020B0604020202020204" pitchFamily="34" charset="0"/>
        <a:buChar char="•"/>
        <a:defRPr lang="en-IN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 title="Изображение здания">
            <a:extLst>
              <a:ext uri="{FF2B5EF4-FFF2-40B4-BE49-F238E27FC236}">
                <a16:creationId xmlns:a16="http://schemas.microsoft.com/office/drawing/2014/main" id="{257F6BCE-75BB-4ECD-BEA5-21C36A9CC0E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0784" r="20784"/>
          <a:stretch>
            <a:fillRect/>
          </a:stretch>
        </p:blipFill>
        <p:spPr/>
      </p:pic>
      <p:sp>
        <p:nvSpPr>
          <p:cNvPr id="18" name="Шестиугольник 17" descr="Сплошной темный шестиугольник в центре изображения">
            <a:extLst>
              <a:ext uri="{FF2B5EF4-FFF2-40B4-BE49-F238E27FC236}">
                <a16:creationId xmlns:a16="http://schemas.microsoft.com/office/drawing/2014/main" id="{0E6B042D-E9CB-40E0-AAE9-6AD11F53E044}"/>
              </a:ext>
            </a:extLst>
          </p:cNvPr>
          <p:cNvSpPr/>
          <p:nvPr/>
        </p:nvSpPr>
        <p:spPr>
          <a:xfrm rot="16200000">
            <a:off x="2691160" y="1443316"/>
            <a:ext cx="2412998" cy="3971364"/>
          </a:xfrm>
          <a:prstGeom prst="hexagon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638ACE-163E-40EB-A458-E794C67EA2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en-US" dirty="0" err="1"/>
              <a:t>TastyAI</a:t>
            </a:r>
            <a:r>
              <a:rPr lang="en-US" dirty="0"/>
              <a:t> – </a:t>
            </a:r>
            <a:r>
              <a:rPr lang="ru-RU" dirty="0"/>
              <a:t>онлайн тесты с 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C9205DF-8F5E-49F7-B00E-6F58293F5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214" y="3640997"/>
            <a:ext cx="5027892" cy="1415097"/>
          </a:xfrm>
        </p:spPr>
        <p:txBody>
          <a:bodyPr rtlCol="0"/>
          <a:lstStyle/>
          <a:p>
            <a:r>
              <a:rPr lang="ru-RU" dirty="0"/>
              <a:t>«Проект </a:t>
            </a:r>
            <a:r>
              <a:rPr lang="en-US" dirty="0" err="1"/>
              <a:t>WebServer</a:t>
            </a:r>
            <a:r>
              <a:rPr lang="en-US" dirty="0"/>
              <a:t> + API</a:t>
            </a:r>
            <a:r>
              <a:rPr lang="ru-RU" dirty="0"/>
              <a:t>» для курса Промышленное программирование в Яндекс Лицее</a:t>
            </a:r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A3E03F7-9CF7-4916-96EA-005887F9C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2750" y="2937503"/>
            <a:ext cx="3529818" cy="9829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CF8AA2-6A3D-4FCE-A897-EBA6737637DA}"/>
              </a:ext>
            </a:extLst>
          </p:cNvPr>
          <p:cNvSpPr txBox="1"/>
          <p:nvPr/>
        </p:nvSpPr>
        <p:spPr>
          <a:xfrm>
            <a:off x="6375214" y="5074755"/>
            <a:ext cx="4697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Минибаев Артём и Тимофей Савицкий</a:t>
            </a:r>
          </a:p>
          <a:p>
            <a:r>
              <a:rPr lang="ru-RU" dirty="0"/>
              <a:t>г. Нижневартовск, МБОУ «Лицей №2» 9 класс</a:t>
            </a:r>
          </a:p>
        </p:txBody>
      </p:sp>
    </p:spTree>
    <p:extLst>
      <p:ext uri="{BB962C8B-B14F-4D97-AF65-F5344CB8AC3E}">
        <p14:creationId xmlns:p14="http://schemas.microsoft.com/office/powerpoint/2010/main" val="3980699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ED2AD5-5924-4E02-824F-0408286B9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8267" y="2195082"/>
            <a:ext cx="3995918" cy="1789855"/>
          </a:xfrm>
        </p:spPr>
        <p:txBody>
          <a:bodyPr/>
          <a:lstStyle/>
          <a:p>
            <a:r>
              <a:rPr lang="en-US" dirty="0" err="1"/>
              <a:t>TastyAI</a:t>
            </a:r>
            <a:r>
              <a:rPr lang="en-US" dirty="0"/>
              <a:t> – </a:t>
            </a:r>
            <a:r>
              <a:rPr lang="ru-RU" dirty="0"/>
              <a:t>онлайн тесты с ИИ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5411CA9-89E5-4FD9-95E7-36230AD133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1782" y="3984937"/>
            <a:ext cx="5468887" cy="1940734"/>
          </a:xfrm>
        </p:spPr>
        <p:txBody>
          <a:bodyPr>
            <a:noAutofit/>
          </a:bodyPr>
          <a:lstStyle/>
          <a:p>
            <a:r>
              <a:rPr lang="ru-RU" sz="2700" dirty="0"/>
              <a:t>- это абсолютно бесплатный сайт с тестами где используется искусственный интеллект для ваших разных задач в области тестов.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6B7648D-348E-423A-A9F8-14BE77953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74" y="660345"/>
            <a:ext cx="5734971" cy="1597080"/>
          </a:xfrm>
          <a:prstGeom prst="rect">
            <a:avLst/>
          </a:prstGeom>
        </p:spPr>
      </p:pic>
      <p:sp>
        <p:nvSpPr>
          <p:cNvPr id="13" name="Нижний колонтитул 1">
            <a:extLst>
              <a:ext uri="{FF2B5EF4-FFF2-40B4-BE49-F238E27FC236}">
                <a16:creationId xmlns:a16="http://schemas.microsoft.com/office/drawing/2014/main" id="{46CE1A0C-FB01-4D4F-A11A-1B495307CAC2}"/>
              </a:ext>
            </a:extLst>
          </p:cNvPr>
          <p:cNvSpPr txBox="1">
            <a:spLocks/>
          </p:cNvSpPr>
          <p:nvPr/>
        </p:nvSpPr>
        <p:spPr>
          <a:xfrm>
            <a:off x="304802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/>
              <a:t>tastyai-onlinetests.space</a:t>
            </a:r>
            <a:endParaRPr lang="ru-RU" sz="1800" dirty="0"/>
          </a:p>
        </p:txBody>
      </p:sp>
      <p:sp>
        <p:nvSpPr>
          <p:cNvPr id="7" name="Объект 4">
            <a:extLst>
              <a:ext uri="{FF2B5EF4-FFF2-40B4-BE49-F238E27FC236}">
                <a16:creationId xmlns:a16="http://schemas.microsoft.com/office/drawing/2014/main" id="{B7AC610B-A440-4F80-B128-587794215A34}"/>
              </a:ext>
            </a:extLst>
          </p:cNvPr>
          <p:cNvSpPr txBox="1">
            <a:spLocks/>
          </p:cNvSpPr>
          <p:nvPr/>
        </p:nvSpPr>
        <p:spPr>
          <a:xfrm>
            <a:off x="6078071" y="3090010"/>
            <a:ext cx="5968786" cy="2835662"/>
          </a:xfrm>
          <a:prstGeom prst="rect">
            <a:avLst/>
          </a:prstGeom>
        </p:spPr>
        <p:txBody>
          <a:bodyPr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US" sz="2000" b="0" i="0" kern="1200" spc="300">
                <a:solidFill>
                  <a:schemeClr val="accent6"/>
                </a:solidFill>
                <a:latin typeface="+mn-lt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US"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US"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US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E7A40"/>
              </a:buClr>
              <a:buFont typeface="Arial" panose="020B0604020202020204" pitchFamily="34" charset="0"/>
              <a:buNone/>
              <a:defRPr lang="en-IN"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200" dirty="0"/>
              <a:t>✔️ Поможет сделать ваш тест</a:t>
            </a:r>
          </a:p>
          <a:p>
            <a:r>
              <a:rPr lang="ru-RU" sz="2200" dirty="0"/>
              <a:t>✔️ Сделает каждому индивидуальный </a:t>
            </a:r>
            <a:r>
              <a:rPr lang="ru-RU" sz="2200" dirty="0">
                <a:solidFill>
                  <a:srgbClr val="3F3F3F"/>
                </a:solidFill>
              </a:rPr>
              <a:t>результат</a:t>
            </a:r>
            <a:r>
              <a:rPr lang="ru-RU" sz="2200" dirty="0"/>
              <a:t> на основе ответов в пройденном тесте.</a:t>
            </a:r>
          </a:p>
          <a:p>
            <a:r>
              <a:rPr lang="ru-RU" sz="2200" dirty="0"/>
              <a:t>✔️ Бесплатный</a:t>
            </a:r>
          </a:p>
          <a:p>
            <a:r>
              <a:rPr lang="ru-RU" sz="2200" dirty="0"/>
              <a:t>✔️ Удобный интерфейс</a:t>
            </a:r>
          </a:p>
          <a:p>
            <a:r>
              <a:rPr lang="ru-RU" sz="2200" dirty="0"/>
              <a:t>✔️ Сохранение результатов</a:t>
            </a:r>
          </a:p>
        </p:txBody>
      </p:sp>
    </p:spTree>
    <p:extLst>
      <p:ext uri="{BB962C8B-B14F-4D97-AF65-F5344CB8AC3E}">
        <p14:creationId xmlns:p14="http://schemas.microsoft.com/office/powerpoint/2010/main" val="630279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EF7EF3E-4937-44D7-BB92-050DAC44917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rtl="0"/>
            <a:fld id="{8699F50C-BE38-4BD0-BA84-9B090E1F2B9B}" type="slidenum">
              <a:rPr lang="ru-RU" noProof="0" smtClean="0"/>
              <a:t>3</a:t>
            </a:fld>
            <a:endParaRPr lang="ru-RU" noProof="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783CBC0-4A9E-464E-A561-63E9814FD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78" y="681037"/>
            <a:ext cx="8333222" cy="675960"/>
          </a:xfrm>
        </p:spPr>
        <p:txBody>
          <a:bodyPr/>
          <a:lstStyle/>
          <a:p>
            <a:r>
              <a:rPr lang="ru-RU" dirty="0"/>
              <a:t>Упрощение жизни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9FCF620E-DF78-4257-B94D-DCCB7A3202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678" y="1671924"/>
            <a:ext cx="7182004" cy="4505039"/>
          </a:xfrm>
        </p:spPr>
        <p:txBody>
          <a:bodyPr/>
          <a:lstStyle/>
          <a:p>
            <a:pPr algn="l"/>
            <a:r>
              <a:rPr lang="ru-RU" sz="2400" b="0" i="0" dirty="0">
                <a:solidFill>
                  <a:srgbClr val="3F3F3F"/>
                </a:solidFill>
                <a:effectLst/>
              </a:rPr>
              <a:t>	</a:t>
            </a:r>
            <a:r>
              <a:rPr lang="ru-RU" sz="2400" b="0" i="0" dirty="0" err="1">
                <a:solidFill>
                  <a:srgbClr val="3F3F3F"/>
                </a:solidFill>
                <a:effectLst/>
              </a:rPr>
              <a:t>TastyAI</a:t>
            </a:r>
            <a:r>
              <a:rPr lang="ru-RU" sz="2400" b="0" i="0" dirty="0">
                <a:solidFill>
                  <a:srgbClr val="3F3F3F"/>
                </a:solidFill>
                <a:effectLst/>
              </a:rPr>
              <a:t> экономит ваше время и позволяет создавать профессиональные онлайн-тесты в несколько кликов.</a:t>
            </a:r>
          </a:p>
          <a:p>
            <a:pPr algn="l"/>
            <a:r>
              <a:rPr lang="ru-RU" sz="2400" dirty="0">
                <a:solidFill>
                  <a:srgbClr val="3F3F3F"/>
                </a:solidFill>
              </a:rPr>
              <a:t>	</a:t>
            </a:r>
            <a:r>
              <a:rPr lang="ru-RU" sz="2400" b="0" i="0" dirty="0">
                <a:solidFill>
                  <a:srgbClr val="3F3F3F"/>
                </a:solidFill>
                <a:effectLst/>
              </a:rPr>
              <a:t>Вместо шаблонного результата, </a:t>
            </a:r>
            <a:r>
              <a:rPr lang="ru-RU" sz="2400" b="0" i="0" dirty="0" err="1">
                <a:solidFill>
                  <a:srgbClr val="3F3F3F"/>
                </a:solidFill>
                <a:effectLst/>
              </a:rPr>
              <a:t>TastyAI</a:t>
            </a:r>
            <a:r>
              <a:rPr lang="ru-RU" sz="2400" b="0" i="0" dirty="0">
                <a:solidFill>
                  <a:srgbClr val="3F3F3F"/>
                </a:solidFill>
                <a:effectLst/>
              </a:rPr>
              <a:t> предоставляет каждому пользователю индивидуальный отчет, основанный на анализе его ответов с помощью искусственного интеллекта.</a:t>
            </a:r>
          </a:p>
          <a:p>
            <a:pPr algn="l"/>
            <a:r>
              <a:rPr lang="ru-RU" sz="2400" b="0" i="0" dirty="0">
                <a:solidFill>
                  <a:srgbClr val="3F3F3F"/>
                </a:solidFill>
                <a:effectLst/>
              </a:rPr>
              <a:t>	Наша технология позволяет выявить не только уровень знаний, но и сильные и слабые стороны каждого пользователя, что делает обучение более эффективным.</a:t>
            </a:r>
          </a:p>
        </p:txBody>
      </p:sp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28643BC2-38B6-40F4-8EC7-1AA30A1B1B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393" y="2716305"/>
            <a:ext cx="3180229" cy="3180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Нижний колонтитул 1">
            <a:extLst>
              <a:ext uri="{FF2B5EF4-FFF2-40B4-BE49-F238E27FC236}">
                <a16:creationId xmlns:a16="http://schemas.microsoft.com/office/drawing/2014/main" id="{ECB7ACD2-65AC-4D2D-A47D-33A14E2C1819}"/>
              </a:ext>
            </a:extLst>
          </p:cNvPr>
          <p:cNvSpPr txBox="1">
            <a:spLocks/>
          </p:cNvSpPr>
          <p:nvPr/>
        </p:nvSpPr>
        <p:spPr>
          <a:xfrm>
            <a:off x="304802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/>
              <a:t>tastyai-onlinetests.space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3154786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D53AF3-7ACD-4B83-BE35-7E89C959B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3841" y="1201271"/>
            <a:ext cx="4911633" cy="639628"/>
          </a:xfrm>
        </p:spPr>
        <p:txBody>
          <a:bodyPr/>
          <a:lstStyle/>
          <a:p>
            <a:r>
              <a:rPr lang="ru-RU" dirty="0"/>
              <a:t>Пользователи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679D59-F3BA-471C-8DE0-68B6F150E0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3841" y="1954281"/>
            <a:ext cx="5289593" cy="4222401"/>
          </a:xfrm>
        </p:spPr>
        <p:txBody>
          <a:bodyPr>
            <a:normAutofit fontScale="70000" lnSpcReduction="20000"/>
          </a:bodyPr>
          <a:lstStyle/>
          <a:p>
            <a:pPr algn="l"/>
            <a:r>
              <a:rPr lang="ru-RU" sz="3000" b="0" i="0" dirty="0">
                <a:solidFill>
                  <a:srgbClr val="3F3F3F"/>
                </a:solidFill>
                <a:effectLst/>
              </a:rPr>
              <a:t>Мы планируем </a:t>
            </a:r>
            <a:r>
              <a:rPr lang="ru-RU" sz="3000" dirty="0">
                <a:solidFill>
                  <a:srgbClr val="3F3F3F"/>
                </a:solidFill>
              </a:rPr>
              <a:t>запустить </a:t>
            </a:r>
            <a:r>
              <a:rPr lang="ru-RU" sz="3000" b="0" i="0" dirty="0" err="1">
                <a:solidFill>
                  <a:srgbClr val="3F3F3F"/>
                </a:solidFill>
                <a:effectLst/>
              </a:rPr>
              <a:t>TastyAI</a:t>
            </a:r>
            <a:r>
              <a:rPr lang="ru-RU" sz="3000" b="0" i="0" dirty="0">
                <a:solidFill>
                  <a:srgbClr val="3F3F3F"/>
                </a:solidFill>
                <a:effectLst/>
              </a:rPr>
              <a:t> </a:t>
            </a:r>
            <a:r>
              <a:rPr lang="ru-RU" sz="3000" dirty="0">
                <a:solidFill>
                  <a:srgbClr val="3F3F3F"/>
                </a:solidFill>
              </a:rPr>
              <a:t>на </a:t>
            </a:r>
            <a:r>
              <a:rPr lang="ru-RU" sz="3000" b="0" i="0" dirty="0">
                <a:solidFill>
                  <a:srgbClr val="3F3F3F"/>
                </a:solidFill>
                <a:effectLst/>
              </a:rPr>
              <a:t>сервере со своим доменом, чтобы сделать его доступным для еще большего числа пользователей.</a:t>
            </a:r>
          </a:p>
          <a:p>
            <a:pPr algn="l"/>
            <a:r>
              <a:rPr lang="ru-RU" sz="3000" dirty="0">
                <a:solidFill>
                  <a:srgbClr val="3F3F3F"/>
                </a:solidFill>
              </a:rPr>
              <a:t>В том числе будут учителя и их ученики.</a:t>
            </a:r>
          </a:p>
          <a:p>
            <a:pPr algn="l"/>
            <a:r>
              <a:rPr lang="ru-RU" sz="3000" b="0" i="0" dirty="0">
                <a:solidFill>
                  <a:srgbClr val="3F3F3F"/>
                </a:solidFill>
                <a:effectLst/>
              </a:rPr>
              <a:t>Учителям к примеру это поможет изучить уровень знаний детей и их слабые стороны, а также тратить меньше времени на проверку и создание тестов.</a:t>
            </a:r>
          </a:p>
          <a:p>
            <a:pPr algn="l"/>
            <a:r>
              <a:rPr lang="ru-RU" sz="3000" b="0" i="0" dirty="0">
                <a:solidFill>
                  <a:srgbClr val="3F3F3F"/>
                </a:solidFill>
                <a:effectLst/>
              </a:rPr>
              <a:t>Создани</a:t>
            </a:r>
            <a:r>
              <a:rPr lang="ru-RU" sz="3000" dirty="0">
                <a:solidFill>
                  <a:srgbClr val="3F3F3F"/>
                </a:solidFill>
              </a:rPr>
              <a:t>е сайтов с помощью ИИ поможет сделать много новых различных тестов, которые будут автоматически проверены.</a:t>
            </a:r>
            <a:endParaRPr lang="ru-RU" sz="3000" b="0" i="0" dirty="0">
              <a:solidFill>
                <a:srgbClr val="3F3F3F"/>
              </a:solidFill>
              <a:effectLst/>
            </a:endParaRPr>
          </a:p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9CE56B79-4693-48DC-AD76-E497E1F4684E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70" r="22870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Нижний колонтитул 1">
            <a:extLst>
              <a:ext uri="{FF2B5EF4-FFF2-40B4-BE49-F238E27FC236}">
                <a16:creationId xmlns:a16="http://schemas.microsoft.com/office/drawing/2014/main" id="{071CF5FE-712B-42D7-9C76-355ACCCA140D}"/>
              </a:ext>
            </a:extLst>
          </p:cNvPr>
          <p:cNvSpPr txBox="1">
            <a:spLocks/>
          </p:cNvSpPr>
          <p:nvPr/>
        </p:nvSpPr>
        <p:spPr>
          <a:xfrm>
            <a:off x="304802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/>
              <a:t>tastyai-onlinetests.space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41966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13D1309-5330-4598-97FC-69345EEB18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05026" y="6338017"/>
            <a:ext cx="740227" cy="365125"/>
          </a:xfrm>
        </p:spPr>
        <p:txBody>
          <a:bodyPr/>
          <a:lstStyle/>
          <a:p>
            <a:pPr rtl="0"/>
            <a:fld id="{8699F50C-BE38-4BD0-BA84-9B090E1F2B9B}" type="slidenum">
              <a:rPr lang="ru-RU" noProof="0" smtClean="0"/>
              <a:t>5</a:t>
            </a:fld>
            <a:endParaRPr lang="ru-RU" noProof="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056112C-CEC6-4B47-83E7-7FB5130C0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2" y="298440"/>
            <a:ext cx="8333222" cy="777090"/>
          </a:xfrm>
        </p:spPr>
        <p:txBody>
          <a:bodyPr/>
          <a:lstStyle/>
          <a:p>
            <a:r>
              <a:rPr lang="ru-RU" dirty="0"/>
              <a:t>Изображения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83B9B83-C038-491C-B8B1-EFD27F3F25B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526" t="4303" r="19072"/>
          <a:stretch/>
        </p:blipFill>
        <p:spPr>
          <a:xfrm>
            <a:off x="6096000" y="0"/>
            <a:ext cx="6077065" cy="3463539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FC8B641-984B-45A3-B475-65CBEB461E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814" t="4303" r="17783"/>
          <a:stretch/>
        </p:blipFill>
        <p:spPr>
          <a:xfrm>
            <a:off x="5601098" y="3075373"/>
            <a:ext cx="4609074" cy="346353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9763733-DDD1-4997-9E65-56ECD14E420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470" t="16943" r="36990"/>
          <a:stretch/>
        </p:blipFill>
        <p:spPr>
          <a:xfrm>
            <a:off x="9618820" y="3260212"/>
            <a:ext cx="2554245" cy="2721487"/>
          </a:xfrm>
          <a:prstGeom prst="rect">
            <a:avLst/>
          </a:prstGeom>
        </p:spPr>
      </p:pic>
      <p:sp>
        <p:nvSpPr>
          <p:cNvPr id="9" name="Нижний колонтитул 1">
            <a:extLst>
              <a:ext uri="{FF2B5EF4-FFF2-40B4-BE49-F238E27FC236}">
                <a16:creationId xmlns:a16="http://schemas.microsoft.com/office/drawing/2014/main" id="{0341F986-0E76-44C8-8C6A-DFA469C75652}"/>
              </a:ext>
            </a:extLst>
          </p:cNvPr>
          <p:cNvSpPr txBox="1">
            <a:spLocks/>
          </p:cNvSpPr>
          <p:nvPr/>
        </p:nvSpPr>
        <p:spPr>
          <a:xfrm>
            <a:off x="304802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/>
              <a:t>tastyai-onlinetests.space</a:t>
            </a:r>
            <a:endParaRPr lang="ru-RU" sz="18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7A2D71C-DAEB-4B15-947E-59A6608C41A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8897" r="19265" b="6063"/>
          <a:stretch/>
        </p:blipFill>
        <p:spPr>
          <a:xfrm>
            <a:off x="97217" y="1343225"/>
            <a:ext cx="6000262" cy="450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343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 title="Изображение здания">
            <a:extLst>
              <a:ext uri="{FF2B5EF4-FFF2-40B4-BE49-F238E27FC236}">
                <a16:creationId xmlns:a16="http://schemas.microsoft.com/office/drawing/2014/main" id="{257F6BCE-75BB-4ECD-BEA5-21C36A9CC0E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0784" r="20784"/>
          <a:stretch>
            <a:fillRect/>
          </a:stretch>
        </p:blipFill>
        <p:spPr/>
      </p:pic>
      <p:sp>
        <p:nvSpPr>
          <p:cNvPr id="18" name="Шестиугольник 17" descr="Сплошной темный шестиугольник в центре изображения">
            <a:extLst>
              <a:ext uri="{FF2B5EF4-FFF2-40B4-BE49-F238E27FC236}">
                <a16:creationId xmlns:a16="http://schemas.microsoft.com/office/drawing/2014/main" id="{0E6B042D-E9CB-40E0-AAE9-6AD11F53E044}"/>
              </a:ext>
            </a:extLst>
          </p:cNvPr>
          <p:cNvSpPr/>
          <p:nvPr/>
        </p:nvSpPr>
        <p:spPr>
          <a:xfrm rot="16200000">
            <a:off x="2691160" y="1443316"/>
            <a:ext cx="2412998" cy="3971364"/>
          </a:xfrm>
          <a:prstGeom prst="hexagon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638ACE-163E-40EB-A458-E794C67EA2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dirty="0"/>
              <a:t>Спасибо за внимание!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5C9205DF-8F5E-49F7-B00E-6F58293F5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214" y="3640997"/>
            <a:ext cx="5027892" cy="1415097"/>
          </a:xfrm>
        </p:spPr>
        <p:txBody>
          <a:bodyPr rtlCol="0"/>
          <a:lstStyle/>
          <a:p>
            <a:pPr rtl="0"/>
            <a:r>
              <a:rPr lang="ru-RU" dirty="0"/>
              <a:t>«Проект </a:t>
            </a:r>
            <a:r>
              <a:rPr lang="ru-RU" dirty="0" err="1"/>
              <a:t>WebServer</a:t>
            </a:r>
            <a:r>
              <a:rPr lang="ru-RU" dirty="0"/>
              <a:t> + API» для курса Промышленное программирование в Яндекс Лицее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A3E03F7-9CF7-4916-96EA-005887F9C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2750" y="2937503"/>
            <a:ext cx="3529818" cy="98298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CF8AA2-6A3D-4FCE-A897-EBA6737637DA}"/>
              </a:ext>
            </a:extLst>
          </p:cNvPr>
          <p:cNvSpPr txBox="1"/>
          <p:nvPr/>
        </p:nvSpPr>
        <p:spPr>
          <a:xfrm>
            <a:off x="6375214" y="5074755"/>
            <a:ext cx="4697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Минибаев Артём, </a:t>
            </a:r>
            <a:r>
              <a:rPr lang="ru-RU"/>
              <a:t>Савицкий Тимофей</a:t>
            </a:r>
          </a:p>
          <a:p>
            <a:r>
              <a:rPr lang="ru-RU" dirty="0"/>
              <a:t>г. Нижневартовск, МБОУ «Лицей №2» 9 класс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3AA665-AB4A-4035-9A75-5C42E411D7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8106" y="860944"/>
            <a:ext cx="1905000" cy="1905000"/>
          </a:xfrm>
          <a:prstGeom prst="rect">
            <a:avLst/>
          </a:prstGeom>
        </p:spPr>
      </p:pic>
      <p:sp>
        <p:nvSpPr>
          <p:cNvPr id="10" name="Нижний колонтитул 1">
            <a:extLst>
              <a:ext uri="{FF2B5EF4-FFF2-40B4-BE49-F238E27FC236}">
                <a16:creationId xmlns:a16="http://schemas.microsoft.com/office/drawing/2014/main" id="{860EDE64-F1A7-4D81-B2D8-1BC0D400EC78}"/>
              </a:ext>
            </a:extLst>
          </p:cNvPr>
          <p:cNvSpPr txBox="1">
            <a:spLocks/>
          </p:cNvSpPr>
          <p:nvPr/>
        </p:nvSpPr>
        <p:spPr>
          <a:xfrm>
            <a:off x="6957920" y="860945"/>
            <a:ext cx="2540186" cy="288748"/>
          </a:xfrm>
          <a:prstGeom prst="rect">
            <a:avLst/>
          </a:prstGeom>
        </p:spPr>
        <p:txBody>
          <a:bodyPr/>
          <a:lstStyle>
            <a:defPPr rtl="0"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tastyai-onlinetests.space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7183903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Custom 14">
      <a:dk1>
        <a:srgbClr val="3F3F3F"/>
      </a:dk1>
      <a:lt1>
        <a:srgbClr val="FFFFFF"/>
      </a:lt1>
      <a:dk2>
        <a:srgbClr val="F2F2F2"/>
      </a:dk2>
      <a:lt2>
        <a:srgbClr val="A5A5A5"/>
      </a:lt2>
      <a:accent1>
        <a:srgbClr val="00194C"/>
      </a:accent1>
      <a:accent2>
        <a:srgbClr val="EAB200"/>
      </a:accent2>
      <a:accent3>
        <a:srgbClr val="F2F2F2"/>
      </a:accent3>
      <a:accent4>
        <a:srgbClr val="954F72"/>
      </a:accent4>
      <a:accent5>
        <a:srgbClr val="00843B"/>
      </a:accent5>
      <a:accent6>
        <a:srgbClr val="014067"/>
      </a:accent6>
      <a:hlink>
        <a:srgbClr val="00194C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0951641_Hexagon presentation light_AAS_v4" id="{358289A0-A26B-433F-AD2B-1F8832C96153}" vid="{92CDC91D-95BF-4897-87D6-494563DF797D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7f9b5e87859ce6d7eedbdc6e4e4205c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5e0075ee7624d6a846e01eb6183742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Status xmlns="71af3243-3dd4-4a8d-8c0d-dd76da1f02a5">Not started</Status>
  </documentManagement>
</p:properties>
</file>

<file path=customXml/itemProps1.xml><?xml version="1.0" encoding="utf-8"?>
<ds:datastoreItem xmlns:ds="http://schemas.openxmlformats.org/officeDocument/2006/customXml" ds:itemID="{4B57EF8E-3088-4B8D-AE89-9AA6B62E96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8C7978F-257A-4BE0-A03A-F72747BCF3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89220B3-790D-4FDF-A046-BB08A9FCEE9A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TF00951641</Template>
  <TotalTime>0</TotalTime>
  <Words>275</Words>
  <Application>Microsoft Office PowerPoint</Application>
  <PresentationFormat>Широкоэкранный</PresentationFormat>
  <Paragraphs>34</Paragraphs>
  <Slides>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2" baseType="lpstr">
      <vt:lpstr>Arial</vt:lpstr>
      <vt:lpstr>Arial Black</vt:lpstr>
      <vt:lpstr>Calibri</vt:lpstr>
      <vt:lpstr>Gill Sans SemiBold</vt:lpstr>
      <vt:lpstr>Times New Roman</vt:lpstr>
      <vt:lpstr>Тема Office</vt:lpstr>
      <vt:lpstr>TastyAI – онлайн тесты с ИИ</vt:lpstr>
      <vt:lpstr>TastyAI – онлайн тесты с ИИ</vt:lpstr>
      <vt:lpstr>Упрощение жизни</vt:lpstr>
      <vt:lpstr>Пользователи</vt:lpstr>
      <vt:lpstr>Изображения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2019-06-16T18:33:06Z</dcterms:created>
  <dcterms:modified xsi:type="dcterms:W3CDTF">2026-05-07T07:33:33Z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v-abdarl@microsoft.com</vt:lpwstr>
  </property>
  <property fmtid="{D5CDD505-2E9C-101B-9397-08002B2CF9AE}" pid="6" name="MSIP_Label_f42aa342-8706-4288-bd11-ebb85995028c_SetDate">
    <vt:lpwstr>2019-09-17T00:22:56.7659324Z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ActionId">
    <vt:lpwstr>6013971f-27a3-458d-bf5e-621050f896fd</vt:lpwstr>
  </property>
  <property fmtid="{D5CDD505-2E9C-101B-9397-08002B2CF9AE}" pid="10" name="MSIP_Label_f42aa342-8706-4288-bd11-ebb85995028c_Extended_MSFT_Method">
    <vt:lpwstr>Automatic</vt:lpwstr>
  </property>
  <property fmtid="{D5CDD505-2E9C-101B-9397-08002B2CF9AE}" pid="11" name="Sensitivity">
    <vt:lpwstr>General</vt:lpwstr>
  </property>
</Properties>
</file>